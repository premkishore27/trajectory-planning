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5.xml" ContentType="application/vnd.openxmlformats-officedocument.theme+xml"/>
  <Override PartName="/ppt/tags/tag6.xml" ContentType="application/vnd.openxmlformats-officedocument.presentationml.tags+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4" r:id="rId2"/>
    <p:sldMasterId id="2147483679" r:id="rId3"/>
    <p:sldMasterId id="2147483684" r:id="rId4"/>
    <p:sldMasterId id="2147483710" r:id="rId5"/>
  </p:sldMasterIdLst>
  <p:notesMasterIdLst>
    <p:notesMasterId r:id="rId23"/>
  </p:notesMasterIdLst>
  <p:sldIdLst>
    <p:sldId id="256" r:id="rId6"/>
    <p:sldId id="794" r:id="rId7"/>
    <p:sldId id="263" r:id="rId8"/>
    <p:sldId id="833" r:id="rId9"/>
    <p:sldId id="266" r:id="rId10"/>
    <p:sldId id="819" r:id="rId11"/>
    <p:sldId id="829" r:id="rId12"/>
    <p:sldId id="835" r:id="rId13"/>
    <p:sldId id="836" r:id="rId14"/>
    <p:sldId id="837" r:id="rId15"/>
    <p:sldId id="840" r:id="rId16"/>
    <p:sldId id="831" r:id="rId17"/>
    <p:sldId id="841" r:id="rId18"/>
    <p:sldId id="834" r:id="rId19"/>
    <p:sldId id="838" r:id="rId20"/>
    <p:sldId id="828" r:id="rId21"/>
    <p:sldId id="839" r:id="rId22"/>
  </p:sldIdLst>
  <p:sldSz cx="12192000" cy="6858000"/>
  <p:notesSz cx="6858000" cy="9144000"/>
  <p:custDataLst>
    <p:tags r:id="rId24"/>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96"/>
    <a:srgbClr val="009866"/>
    <a:srgbClr val="CC0000"/>
    <a:srgbClr val="94A3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1"/>
  </p:normalViewPr>
  <p:slideViewPr>
    <p:cSldViewPr snapToGrid="0">
      <p:cViewPr varScale="1">
        <p:scale>
          <a:sx n="116" d="100"/>
          <a:sy n="116" d="100"/>
        </p:scale>
        <p:origin x="320" y="176"/>
      </p:cViewPr>
      <p:guideLst>
        <p:guide orient="horz" pos="1003"/>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gs" Target="tags/tag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akrishnan, Prem (Stud. E - AI)" userId="fceba825-e097-4011-bff0-9a2e7e3a3867" providerId="ADAL" clId="{89614AAE-A62F-542A-8F54-4FBBE68F6929}"/>
    <pc:docChg chg="custSel modSld">
      <pc:chgData name="Venkatakrishnan, Prem (Stud. E - AI)" userId="fceba825-e097-4011-bff0-9a2e7e3a3867" providerId="ADAL" clId="{89614AAE-A62F-542A-8F54-4FBBE68F6929}" dt="2026-10-11T15:15:47.418" v="38" actId="20577"/>
      <pc:docMkLst>
        <pc:docMk/>
      </pc:docMkLst>
      <pc:sldChg chg="modSp mod">
        <pc:chgData name="Venkatakrishnan, Prem (Stud. E - AI)" userId="fceba825-e097-4011-bff0-9a2e7e3a3867" providerId="ADAL" clId="{89614AAE-A62F-542A-8F54-4FBBE68F6929}" dt="2026-10-11T15:15:47.418" v="38" actId="20577"/>
        <pc:sldMkLst>
          <pc:docMk/>
          <pc:sldMk cId="1367712302" sldId="256"/>
        </pc:sldMkLst>
        <pc:spChg chg="mod">
          <ac:chgData name="Venkatakrishnan, Prem (Stud. E - AI)" userId="fceba825-e097-4011-bff0-9a2e7e3a3867" providerId="ADAL" clId="{89614AAE-A62F-542A-8F54-4FBBE68F6929}" dt="2026-10-11T15:15:47.418" v="38" actId="20577"/>
          <ac:spMkLst>
            <pc:docMk/>
            <pc:sldMk cId="1367712302" sldId="256"/>
            <ac:spMk id="3" creationId="{40F9272A-4F44-C60A-5706-628FC117053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1C5CDB-4DD3-4616-A2B1-CADC4CFE2E43}" type="datetimeFigureOut">
              <a:rPr lang="de-DE" smtClean="0"/>
              <a:t>11.10.26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BB78E7-9FC0-46C6-A5A3-AA04B3BC5A47}" type="slidenum">
              <a:rPr lang="de-DE" smtClean="0"/>
              <a:t>‹#›</a:t>
            </a:fld>
            <a:endParaRPr lang="de-DE"/>
          </a:p>
        </p:txBody>
      </p:sp>
    </p:spTree>
    <p:extLst>
      <p:ext uri="{BB962C8B-B14F-4D97-AF65-F5344CB8AC3E}">
        <p14:creationId xmlns:p14="http://schemas.microsoft.com/office/powerpoint/2010/main" val="3610901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76BB78E7-9FC0-46C6-A5A3-AA04B3BC5A47}" type="slidenum">
              <a:rPr lang="de-DE" smtClean="0"/>
              <a:t>1</a:t>
            </a:fld>
            <a:endParaRPr lang="de-DE"/>
          </a:p>
        </p:txBody>
      </p:sp>
    </p:spTree>
    <p:extLst>
      <p:ext uri="{BB962C8B-B14F-4D97-AF65-F5344CB8AC3E}">
        <p14:creationId xmlns:p14="http://schemas.microsoft.com/office/powerpoint/2010/main" val="1932984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76BB78E7-9FC0-46C6-A5A3-AA04B3BC5A47}" type="slidenum">
              <a:rPr lang="de-DE" smtClean="0"/>
              <a:t>3</a:t>
            </a:fld>
            <a:endParaRPr lang="de-DE"/>
          </a:p>
        </p:txBody>
      </p:sp>
    </p:spTree>
    <p:extLst>
      <p:ext uri="{BB962C8B-B14F-4D97-AF65-F5344CB8AC3E}">
        <p14:creationId xmlns:p14="http://schemas.microsoft.com/office/powerpoint/2010/main" val="961260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i="1" kern="1200">
                <a:solidFill>
                  <a:schemeClr val="tx1"/>
                </a:solidFill>
                <a:effectLst/>
                <a:latin typeface="+mn-lt"/>
                <a:ea typeface="+mn-ea"/>
                <a:cs typeface="+mn-cs"/>
              </a:rPr>
              <a:t>European University </a:t>
            </a:r>
            <a:r>
              <a:rPr lang="de-DE" sz="1200" i="1" kern="1200" err="1">
                <a:solidFill>
                  <a:schemeClr val="tx1"/>
                </a:solidFill>
                <a:effectLst/>
                <a:latin typeface="+mn-lt"/>
                <a:ea typeface="+mn-ea"/>
                <a:cs typeface="+mn-cs"/>
              </a:rPr>
              <a:t>Association</a:t>
            </a:r>
            <a:r>
              <a:rPr lang="de-DE" sz="1200" i="1" kern="1200">
                <a:solidFill>
                  <a:schemeClr val="tx1"/>
                </a:solidFill>
                <a:effectLst/>
                <a:latin typeface="+mn-lt"/>
                <a:ea typeface="+mn-ea"/>
                <a:cs typeface="+mn-cs"/>
              </a:rPr>
              <a:t> (EUA)</a:t>
            </a:r>
            <a:endParaRPr lang="de-DE" sz="1200" kern="1200">
              <a:solidFill>
                <a:schemeClr val="tx1"/>
              </a:solidFill>
              <a:effectLst/>
              <a:latin typeface="+mn-lt"/>
              <a:ea typeface="+mn-ea"/>
              <a:cs typeface="+mn-cs"/>
            </a:endParaRPr>
          </a:p>
          <a:p>
            <a:endParaRPr lang="de-DE"/>
          </a:p>
        </p:txBody>
      </p:sp>
      <p:sp>
        <p:nvSpPr>
          <p:cNvPr id="4" name="Foliennummernplatzhalter 3"/>
          <p:cNvSpPr>
            <a:spLocks noGrp="1"/>
          </p:cNvSpPr>
          <p:nvPr>
            <p:ph type="sldNum" sz="quarter" idx="5"/>
          </p:nvPr>
        </p:nvSpPr>
        <p:spPr/>
        <p:txBody>
          <a:bodyPr/>
          <a:lstStyle/>
          <a:p>
            <a:fld id="{76BB78E7-9FC0-46C6-A5A3-AA04B3BC5A47}" type="slidenum">
              <a:rPr lang="de-DE" smtClean="0"/>
              <a:t>6</a:t>
            </a:fld>
            <a:endParaRPr lang="de-DE"/>
          </a:p>
        </p:txBody>
      </p:sp>
    </p:spTree>
    <p:extLst>
      <p:ext uri="{BB962C8B-B14F-4D97-AF65-F5344CB8AC3E}">
        <p14:creationId xmlns:p14="http://schemas.microsoft.com/office/powerpoint/2010/main" val="1481100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955220B0-981B-4B91-8046-7C7E0856ABD1}"/>
              </a:ext>
            </a:extLst>
          </p:cNvPr>
          <p:cNvSpPr>
            <a:spLocks noGrp="1"/>
          </p:cNvSpPr>
          <p:nvPr>
            <p:ph type="subTitle" idx="1" hasCustomPrompt="1"/>
          </p:nvPr>
        </p:nvSpPr>
        <p:spPr>
          <a:xfrm>
            <a:off x="889000" y="3582391"/>
            <a:ext cx="6134100" cy="1654772"/>
          </a:xfrm>
          <a:prstGeom prst="rect">
            <a:avLst/>
          </a:prstGeom>
        </p:spPr>
        <p:txBody>
          <a:bodyPr lIns="0" tIns="0" rIns="0">
            <a:normAutofit/>
          </a:bodyPr>
          <a:lstStyle>
            <a:lvl1pPr marL="0" indent="0" algn="l">
              <a:lnSpc>
                <a:spcPct val="80000"/>
              </a:lnSpc>
              <a:buNone/>
              <a:defRPr sz="3800" b="1" i="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sz="3800" b="1">
                <a:solidFill>
                  <a:schemeClr val="bg1"/>
                </a:solidFill>
                <a:latin typeface="+mj-lt"/>
              </a:rPr>
              <a:t>Willkommen an der</a:t>
            </a:r>
          </a:p>
          <a:p>
            <a:r>
              <a:rPr lang="de-DE" sz="3800" b="1">
                <a:solidFill>
                  <a:schemeClr val="bg1"/>
                </a:solidFill>
                <a:latin typeface="+mj-lt"/>
              </a:rPr>
              <a:t>Technischen Hochschule Ingolstadt</a:t>
            </a:r>
          </a:p>
        </p:txBody>
      </p:sp>
      <p:sp>
        <p:nvSpPr>
          <p:cNvPr id="10" name="Datumsplatzhalter 9">
            <a:extLst>
              <a:ext uri="{FF2B5EF4-FFF2-40B4-BE49-F238E27FC236}">
                <a16:creationId xmlns:a16="http://schemas.microsoft.com/office/drawing/2014/main" id="{DFEA872E-0143-412F-8A3E-399C96D85CA2}"/>
              </a:ext>
            </a:extLst>
          </p:cNvPr>
          <p:cNvSpPr>
            <a:spLocks noGrp="1"/>
          </p:cNvSpPr>
          <p:nvPr>
            <p:ph type="dt" sz="half" idx="10"/>
          </p:nvPr>
        </p:nvSpPr>
        <p:spPr>
          <a:xfrm>
            <a:off x="8721725" y="6231025"/>
            <a:ext cx="2743200" cy="365125"/>
          </a:xfrm>
          <a:prstGeom prst="rect">
            <a:avLst/>
          </a:prstGeom>
        </p:spPr>
        <p:txBody>
          <a:bodyPr lIns="0" tIns="0" rIns="0" bIns="0"/>
          <a:lstStyle>
            <a:lvl1pPr algn="r">
              <a:defRPr sz="1600" b="1">
                <a:solidFill>
                  <a:srgbClr val="00599C"/>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de-DE" sz="1600" b="1" i="0" u="none" strike="noStrike" kern="1200" cap="none" spc="0" normalizeH="0" baseline="0" noProof="0">
              <a:ln>
                <a:noFill/>
              </a:ln>
              <a:solidFill>
                <a:srgbClr val="00599C"/>
              </a:solidFill>
              <a:effectLst/>
              <a:uLnTx/>
              <a:uFillTx/>
              <a:latin typeface="Arial" panose="020B0604020202020204"/>
              <a:ea typeface="+mn-ea"/>
              <a:cs typeface="+mn-cs"/>
            </a:endParaRPr>
          </a:p>
        </p:txBody>
      </p:sp>
      <p:sp>
        <p:nvSpPr>
          <p:cNvPr id="17" name="Textplatzhalter 16">
            <a:extLst>
              <a:ext uri="{FF2B5EF4-FFF2-40B4-BE49-F238E27FC236}">
                <a16:creationId xmlns:a16="http://schemas.microsoft.com/office/drawing/2014/main" id="{99ABBF9E-483A-49E3-B63F-F34D49842CF8}"/>
              </a:ext>
            </a:extLst>
          </p:cNvPr>
          <p:cNvSpPr>
            <a:spLocks noGrp="1"/>
          </p:cNvSpPr>
          <p:nvPr>
            <p:ph type="body" sz="quarter" idx="13" hasCustomPrompt="1"/>
          </p:nvPr>
        </p:nvSpPr>
        <p:spPr>
          <a:xfrm>
            <a:off x="889001" y="5440363"/>
            <a:ext cx="6311900" cy="552450"/>
          </a:xfrm>
          <a:prstGeom prst="rect">
            <a:avLst/>
          </a:prstGeom>
        </p:spPr>
        <p:txBody>
          <a:bodyPr lIns="0" tIns="0" rIns="0" bIns="0">
            <a:noAutofit/>
          </a:bodyPr>
          <a:lstStyle>
            <a:lvl1pPr marL="0" indent="0" algn="l">
              <a:buFontTx/>
              <a:buNone/>
              <a:defRPr sz="2800" b="0" i="0" baseline="0">
                <a:solidFill>
                  <a:schemeClr val="bg1"/>
                </a:solidFill>
                <a:latin typeface="+mj-lt"/>
              </a:defRPr>
            </a:lvl1pPr>
            <a:lvl2pPr marL="457200" indent="0">
              <a:buFontTx/>
              <a:buNone/>
              <a:defRPr sz="1600" b="1" i="0" baseline="0">
                <a:solidFill>
                  <a:srgbClr val="575756"/>
                </a:solidFill>
                <a:latin typeface="Arial" panose="020B0604020202020204" pitchFamily="34" charset="0"/>
              </a:defRPr>
            </a:lvl2pPr>
            <a:lvl3pPr marL="914400" indent="0">
              <a:buFontTx/>
              <a:buNone/>
              <a:defRPr sz="1600" b="1" i="0" baseline="0">
                <a:solidFill>
                  <a:srgbClr val="575756"/>
                </a:solidFill>
                <a:latin typeface="Arial" panose="020B0604020202020204" pitchFamily="34" charset="0"/>
              </a:defRPr>
            </a:lvl3pPr>
            <a:lvl4pPr marL="1371600" indent="0">
              <a:buFontTx/>
              <a:buNone/>
              <a:defRPr sz="1600" b="1" i="0" baseline="0">
                <a:solidFill>
                  <a:srgbClr val="575756"/>
                </a:solidFill>
                <a:latin typeface="Arial" panose="020B0604020202020204" pitchFamily="34" charset="0"/>
              </a:defRPr>
            </a:lvl4pPr>
            <a:lvl5pPr marL="1828800" indent="0">
              <a:buFontTx/>
              <a:buNone/>
              <a:defRPr sz="1600" b="1" i="0" baseline="0">
                <a:solidFill>
                  <a:srgbClr val="575756"/>
                </a:solidFill>
                <a:latin typeface="Arial" panose="020B0604020202020204" pitchFamily="34" charset="0"/>
              </a:defRPr>
            </a:lvl5pPr>
          </a:lstStyle>
          <a:p>
            <a:pPr lvl="0"/>
            <a:r>
              <a:rPr lang="de-DE"/>
              <a:t>Untertitel durch Klicken bearbeiten</a:t>
            </a:r>
          </a:p>
        </p:txBody>
      </p:sp>
    </p:spTree>
    <p:extLst>
      <p:ext uri="{BB962C8B-B14F-4D97-AF65-F5344CB8AC3E}">
        <p14:creationId xmlns:p14="http://schemas.microsoft.com/office/powerpoint/2010/main" val="33333696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092">
          <p15:clr>
            <a:srgbClr val="FBAE40"/>
          </p15:clr>
        </p15:guide>
        <p15:guide id="2" pos="3840">
          <p15:clr>
            <a:srgbClr val="FBAE40"/>
          </p15:clr>
        </p15:guide>
        <p15:guide id="3" orient="horz" pos="231">
          <p15:clr>
            <a:srgbClr val="FBAE40"/>
          </p15:clr>
        </p15:guide>
        <p15:guide id="4" orient="horz" pos="4085">
          <p15:clr>
            <a:srgbClr val="FBAE40"/>
          </p15:clr>
        </p15:guide>
        <p15:guide id="5" pos="234">
          <p15:clr>
            <a:srgbClr val="FBAE40"/>
          </p15:clr>
        </p15:guide>
        <p15:guide id="6" pos="7222">
          <p15:clr>
            <a:srgbClr val="FBAE40"/>
          </p15:clr>
        </p15:guide>
        <p15:guide id="7" orient="horz" pos="325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D67520-7C8F-7613-5DF1-EFDF91368F70}"/>
              </a:ext>
            </a:extLst>
          </p:cNvPr>
          <p:cNvSpPr>
            <a:spLocks noGrp="1"/>
          </p:cNvSpPr>
          <p:nvPr>
            <p:ph type="ctrTitle"/>
          </p:nvPr>
        </p:nvSpPr>
        <p:spPr>
          <a:xfrm>
            <a:off x="838200" y="1122363"/>
            <a:ext cx="7448550" cy="2387600"/>
          </a:xfrm>
          <a:prstGeom prst="rect">
            <a:avLst/>
          </a:prstGeo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AE8A0071-FB47-AC68-D7DB-3B7970DE0444}"/>
              </a:ext>
            </a:extLst>
          </p:cNvPr>
          <p:cNvSpPr>
            <a:spLocks noGrp="1"/>
          </p:cNvSpPr>
          <p:nvPr>
            <p:ph type="subTitle" idx="1"/>
          </p:nvPr>
        </p:nvSpPr>
        <p:spPr>
          <a:xfrm>
            <a:off x="838200" y="3602038"/>
            <a:ext cx="744855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5" name="Fußzeilenplatzhalter 4">
            <a:extLst>
              <a:ext uri="{FF2B5EF4-FFF2-40B4-BE49-F238E27FC236}">
                <a16:creationId xmlns:a16="http://schemas.microsoft.com/office/drawing/2014/main" id="{442ADB0B-7CAA-17E0-560E-EDE236D7D980}"/>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6" name="Foliennummernplatzhalter 5">
            <a:extLst>
              <a:ext uri="{FF2B5EF4-FFF2-40B4-BE49-F238E27FC236}">
                <a16:creationId xmlns:a16="http://schemas.microsoft.com/office/drawing/2014/main" id="{D3779BA7-0B48-B00D-6BAF-B396D1180B3E}"/>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8" name="Rechteck 2">
            <a:extLst>
              <a:ext uri="{FF2B5EF4-FFF2-40B4-BE49-F238E27FC236}">
                <a16:creationId xmlns:a16="http://schemas.microsoft.com/office/drawing/2014/main" id="{18D1FF35-9BF2-B781-1F61-D38E0058699D}"/>
              </a:ext>
            </a:extLst>
          </p:cNvPr>
          <p:cNvSpPr/>
          <p:nvPr userDrawn="1"/>
        </p:nvSpPr>
        <p:spPr>
          <a:xfrm rot="900000">
            <a:off x="7915061" y="2023018"/>
            <a:ext cx="4743438" cy="5570800"/>
          </a:xfrm>
          <a:custGeom>
            <a:avLst/>
            <a:gdLst>
              <a:gd name="connsiteX0" fmla="*/ 0 w 4937060"/>
              <a:gd name="connsiteY0" fmla="*/ 0 h 5843634"/>
              <a:gd name="connsiteX1" fmla="*/ 4937060 w 4937060"/>
              <a:gd name="connsiteY1" fmla="*/ 0 h 5843634"/>
              <a:gd name="connsiteX2" fmla="*/ 4937060 w 4937060"/>
              <a:gd name="connsiteY2" fmla="*/ 5843634 h 5843634"/>
              <a:gd name="connsiteX3" fmla="*/ 0 w 4937060"/>
              <a:gd name="connsiteY3" fmla="*/ 5843634 h 5843634"/>
              <a:gd name="connsiteX4" fmla="*/ 0 w 4937060"/>
              <a:gd name="connsiteY4" fmla="*/ 0 h 5843634"/>
              <a:gd name="connsiteX0" fmla="*/ 0 w 4937060"/>
              <a:gd name="connsiteY0" fmla="*/ 3186 h 5846820"/>
              <a:gd name="connsiteX1" fmla="*/ 3593274 w 4937060"/>
              <a:gd name="connsiteY1" fmla="*/ 0 h 5846820"/>
              <a:gd name="connsiteX2" fmla="*/ 4937060 w 4937060"/>
              <a:gd name="connsiteY2" fmla="*/ 5846820 h 5846820"/>
              <a:gd name="connsiteX3" fmla="*/ 0 w 4937060"/>
              <a:gd name="connsiteY3" fmla="*/ 5846820 h 5846820"/>
              <a:gd name="connsiteX4" fmla="*/ 0 w 4937060"/>
              <a:gd name="connsiteY4" fmla="*/ 3186 h 5846820"/>
              <a:gd name="connsiteX0" fmla="*/ 0 w 4743438"/>
              <a:gd name="connsiteY0" fmla="*/ 3186 h 5846820"/>
              <a:gd name="connsiteX1" fmla="*/ 3593274 w 4743438"/>
              <a:gd name="connsiteY1" fmla="*/ 0 h 5846820"/>
              <a:gd name="connsiteX2" fmla="*/ 4743438 w 4743438"/>
              <a:gd name="connsiteY2" fmla="*/ 4302594 h 5846820"/>
              <a:gd name="connsiteX3" fmla="*/ 0 w 4743438"/>
              <a:gd name="connsiteY3" fmla="*/ 5846820 h 5846820"/>
              <a:gd name="connsiteX4" fmla="*/ 0 w 4743438"/>
              <a:gd name="connsiteY4" fmla="*/ 3186 h 5846820"/>
              <a:gd name="connsiteX0" fmla="*/ 0 w 4743438"/>
              <a:gd name="connsiteY0" fmla="*/ 3186 h 5570800"/>
              <a:gd name="connsiteX1" fmla="*/ 3593274 w 4743438"/>
              <a:gd name="connsiteY1" fmla="*/ 0 h 5570800"/>
              <a:gd name="connsiteX2" fmla="*/ 4743438 w 4743438"/>
              <a:gd name="connsiteY2" fmla="*/ 4302594 h 5570800"/>
              <a:gd name="connsiteX3" fmla="*/ 3093 w 4743438"/>
              <a:gd name="connsiteY3" fmla="*/ 5570800 h 5570800"/>
              <a:gd name="connsiteX4" fmla="*/ 0 w 4743438"/>
              <a:gd name="connsiteY4" fmla="*/ 3186 h 557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38" h="5570800">
                <a:moveTo>
                  <a:pt x="0" y="3186"/>
                </a:moveTo>
                <a:lnTo>
                  <a:pt x="3593274" y="0"/>
                </a:lnTo>
                <a:lnTo>
                  <a:pt x="4743438" y="4302594"/>
                </a:lnTo>
                <a:lnTo>
                  <a:pt x="3093" y="5570800"/>
                </a:lnTo>
                <a:lnTo>
                  <a:pt x="0" y="3186"/>
                </a:lnTo>
                <a:close/>
              </a:path>
            </a:pathLst>
          </a:custGeom>
          <a:solidFill>
            <a:srgbClr val="005A9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kzidenz-Grotesk Next Regular"/>
              <a:ea typeface="+mn-ea"/>
              <a:cs typeface="+mn-cs"/>
            </a:endParaRPr>
          </a:p>
        </p:txBody>
      </p:sp>
    </p:spTree>
    <p:extLst>
      <p:ext uri="{BB962C8B-B14F-4D97-AF65-F5344CB8AC3E}">
        <p14:creationId xmlns:p14="http://schemas.microsoft.com/office/powerpoint/2010/main" val="1009985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47AD6A65-D5C1-62AA-1185-F250E93E1195}"/>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A9100B22-DF33-65BB-0007-83E000494206}"/>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6" name="Foliennummernplatzhalter 5">
            <a:extLst>
              <a:ext uri="{FF2B5EF4-FFF2-40B4-BE49-F238E27FC236}">
                <a16:creationId xmlns:a16="http://schemas.microsoft.com/office/drawing/2014/main" id="{04CF9979-3C66-1549-190E-5E0F6FBD1BD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8" name="Rechteck 2">
            <a:extLst>
              <a:ext uri="{FF2B5EF4-FFF2-40B4-BE49-F238E27FC236}">
                <a16:creationId xmlns:a16="http://schemas.microsoft.com/office/drawing/2014/main" id="{7797BBE1-954D-E4C1-E1DC-637E28421130}"/>
              </a:ext>
            </a:extLst>
          </p:cNvPr>
          <p:cNvSpPr/>
          <p:nvPr userDrawn="1"/>
        </p:nvSpPr>
        <p:spPr>
          <a:xfrm rot="900000">
            <a:off x="7915061" y="2023018"/>
            <a:ext cx="4743438" cy="5570800"/>
          </a:xfrm>
          <a:custGeom>
            <a:avLst/>
            <a:gdLst>
              <a:gd name="connsiteX0" fmla="*/ 0 w 4937060"/>
              <a:gd name="connsiteY0" fmla="*/ 0 h 5843634"/>
              <a:gd name="connsiteX1" fmla="*/ 4937060 w 4937060"/>
              <a:gd name="connsiteY1" fmla="*/ 0 h 5843634"/>
              <a:gd name="connsiteX2" fmla="*/ 4937060 w 4937060"/>
              <a:gd name="connsiteY2" fmla="*/ 5843634 h 5843634"/>
              <a:gd name="connsiteX3" fmla="*/ 0 w 4937060"/>
              <a:gd name="connsiteY3" fmla="*/ 5843634 h 5843634"/>
              <a:gd name="connsiteX4" fmla="*/ 0 w 4937060"/>
              <a:gd name="connsiteY4" fmla="*/ 0 h 5843634"/>
              <a:gd name="connsiteX0" fmla="*/ 0 w 4937060"/>
              <a:gd name="connsiteY0" fmla="*/ 3186 h 5846820"/>
              <a:gd name="connsiteX1" fmla="*/ 3593274 w 4937060"/>
              <a:gd name="connsiteY1" fmla="*/ 0 h 5846820"/>
              <a:gd name="connsiteX2" fmla="*/ 4937060 w 4937060"/>
              <a:gd name="connsiteY2" fmla="*/ 5846820 h 5846820"/>
              <a:gd name="connsiteX3" fmla="*/ 0 w 4937060"/>
              <a:gd name="connsiteY3" fmla="*/ 5846820 h 5846820"/>
              <a:gd name="connsiteX4" fmla="*/ 0 w 4937060"/>
              <a:gd name="connsiteY4" fmla="*/ 3186 h 5846820"/>
              <a:gd name="connsiteX0" fmla="*/ 0 w 4743438"/>
              <a:gd name="connsiteY0" fmla="*/ 3186 h 5846820"/>
              <a:gd name="connsiteX1" fmla="*/ 3593274 w 4743438"/>
              <a:gd name="connsiteY1" fmla="*/ 0 h 5846820"/>
              <a:gd name="connsiteX2" fmla="*/ 4743438 w 4743438"/>
              <a:gd name="connsiteY2" fmla="*/ 4302594 h 5846820"/>
              <a:gd name="connsiteX3" fmla="*/ 0 w 4743438"/>
              <a:gd name="connsiteY3" fmla="*/ 5846820 h 5846820"/>
              <a:gd name="connsiteX4" fmla="*/ 0 w 4743438"/>
              <a:gd name="connsiteY4" fmla="*/ 3186 h 5846820"/>
              <a:gd name="connsiteX0" fmla="*/ 0 w 4743438"/>
              <a:gd name="connsiteY0" fmla="*/ 3186 h 5570800"/>
              <a:gd name="connsiteX1" fmla="*/ 3593274 w 4743438"/>
              <a:gd name="connsiteY1" fmla="*/ 0 h 5570800"/>
              <a:gd name="connsiteX2" fmla="*/ 4743438 w 4743438"/>
              <a:gd name="connsiteY2" fmla="*/ 4302594 h 5570800"/>
              <a:gd name="connsiteX3" fmla="*/ 3093 w 4743438"/>
              <a:gd name="connsiteY3" fmla="*/ 5570800 h 5570800"/>
              <a:gd name="connsiteX4" fmla="*/ 0 w 4743438"/>
              <a:gd name="connsiteY4" fmla="*/ 3186 h 557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38" h="5570800">
                <a:moveTo>
                  <a:pt x="0" y="3186"/>
                </a:moveTo>
                <a:lnTo>
                  <a:pt x="3593274" y="0"/>
                </a:lnTo>
                <a:lnTo>
                  <a:pt x="4743438" y="4302594"/>
                </a:lnTo>
                <a:lnTo>
                  <a:pt x="3093" y="5570800"/>
                </a:lnTo>
                <a:lnTo>
                  <a:pt x="0" y="3186"/>
                </a:lnTo>
                <a:close/>
              </a:path>
            </a:pathLst>
          </a:custGeom>
          <a:solidFill>
            <a:srgbClr val="005A9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kzidenz-Grotesk Next Regular"/>
              <a:ea typeface="+mn-ea"/>
              <a:cs typeface="+mn-cs"/>
            </a:endParaRPr>
          </a:p>
        </p:txBody>
      </p:sp>
      <p:sp>
        <p:nvSpPr>
          <p:cNvPr id="2" name="Titelplatzhalter 1">
            <a:extLst>
              <a:ext uri="{FF2B5EF4-FFF2-40B4-BE49-F238E27FC236}">
                <a16:creationId xmlns:a16="http://schemas.microsoft.com/office/drawing/2014/main" id="{8CA1A560-082E-2016-A40A-F5009AF360BC}"/>
              </a:ext>
            </a:extLst>
          </p:cNvPr>
          <p:cNvSpPr>
            <a:spLocks noGrp="1"/>
          </p:cNvSpPr>
          <p:nvPr>
            <p:ph type="title" hasCustomPrompt="1"/>
          </p:nvPr>
        </p:nvSpPr>
        <p:spPr>
          <a:xfrm>
            <a:off x="840460" y="664647"/>
            <a:ext cx="10132340" cy="709391"/>
          </a:xfrm>
          <a:prstGeom prst="rect">
            <a:avLst/>
          </a:prstGeom>
        </p:spPr>
        <p:txBody>
          <a:bodyPr vert="horz" lIns="91440" tIns="45720" rIns="91440" bIns="45720" rtlCol="0" anchor="ctr">
            <a:normAutofit/>
          </a:bodyPr>
          <a:lstStyle>
            <a:lvl1pPr>
              <a:defRPr sz="3000" b="1"/>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a:t>Überschrift 2</a:t>
            </a:r>
          </a:p>
        </p:txBody>
      </p:sp>
      <p:sp>
        <p:nvSpPr>
          <p:cNvPr id="4" name="Inhaltsplatzhalter 8">
            <a:extLst>
              <a:ext uri="{FF2B5EF4-FFF2-40B4-BE49-F238E27FC236}">
                <a16:creationId xmlns:a16="http://schemas.microsoft.com/office/drawing/2014/main" id="{3272D902-0554-FBF7-C3F2-8BCC4F9A085B}"/>
              </a:ext>
            </a:extLst>
          </p:cNvPr>
          <p:cNvSpPr>
            <a:spLocks noGrp="1"/>
          </p:cNvSpPr>
          <p:nvPr>
            <p:ph sz="quarter" idx="13" hasCustomPrompt="1"/>
          </p:nvPr>
        </p:nvSpPr>
        <p:spPr>
          <a:xfrm>
            <a:off x="838200" y="472167"/>
            <a:ext cx="10134600" cy="504825"/>
          </a:xfrm>
        </p:spPr>
        <p:txBody>
          <a:bodyPr/>
          <a:lstStyle>
            <a:lvl1pPr marL="0" indent="0">
              <a:buNone/>
              <a:defRPr sz="2000">
                <a:solidFill>
                  <a:srgbClr val="005A96"/>
                </a:solidFill>
              </a:defRPr>
            </a:lvl1pPr>
          </a:lstStyle>
          <a:p>
            <a:pPr lvl="0"/>
            <a:r>
              <a:rPr lang="de-DE"/>
              <a:t>Überschrift 1</a:t>
            </a:r>
          </a:p>
        </p:txBody>
      </p:sp>
    </p:spTree>
    <p:extLst>
      <p:ext uri="{BB962C8B-B14F-4D97-AF65-F5344CB8AC3E}">
        <p14:creationId xmlns:p14="http://schemas.microsoft.com/office/powerpoint/2010/main" val="1639424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47AD6A65-D5C1-62AA-1185-F250E93E1195}"/>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A9100B22-DF33-65BB-0007-83E000494206}"/>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6" name="Foliennummernplatzhalter 5">
            <a:extLst>
              <a:ext uri="{FF2B5EF4-FFF2-40B4-BE49-F238E27FC236}">
                <a16:creationId xmlns:a16="http://schemas.microsoft.com/office/drawing/2014/main" id="{04CF9979-3C66-1549-190E-5E0F6FBD1BD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2" name="Titelplatzhalter 1">
            <a:extLst>
              <a:ext uri="{FF2B5EF4-FFF2-40B4-BE49-F238E27FC236}">
                <a16:creationId xmlns:a16="http://schemas.microsoft.com/office/drawing/2014/main" id="{8CA1A560-082E-2016-A40A-F5009AF360BC}"/>
              </a:ext>
            </a:extLst>
          </p:cNvPr>
          <p:cNvSpPr>
            <a:spLocks noGrp="1"/>
          </p:cNvSpPr>
          <p:nvPr>
            <p:ph type="title" hasCustomPrompt="1"/>
          </p:nvPr>
        </p:nvSpPr>
        <p:spPr>
          <a:xfrm>
            <a:off x="840460" y="664647"/>
            <a:ext cx="10132340" cy="709391"/>
          </a:xfrm>
          <a:prstGeom prst="rect">
            <a:avLst/>
          </a:prstGeom>
        </p:spPr>
        <p:txBody>
          <a:bodyPr vert="horz" lIns="91440" tIns="45720" rIns="91440" bIns="45720" rtlCol="0" anchor="ctr">
            <a:normAutofit/>
          </a:bodyPr>
          <a:lstStyle>
            <a:lvl1pPr>
              <a:defRPr sz="3000" b="1"/>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a:t>Überschrift 2</a:t>
            </a:r>
          </a:p>
        </p:txBody>
      </p:sp>
      <p:sp>
        <p:nvSpPr>
          <p:cNvPr id="4" name="Inhaltsplatzhalter 8">
            <a:extLst>
              <a:ext uri="{FF2B5EF4-FFF2-40B4-BE49-F238E27FC236}">
                <a16:creationId xmlns:a16="http://schemas.microsoft.com/office/drawing/2014/main" id="{3272D902-0554-FBF7-C3F2-8BCC4F9A085B}"/>
              </a:ext>
            </a:extLst>
          </p:cNvPr>
          <p:cNvSpPr>
            <a:spLocks noGrp="1"/>
          </p:cNvSpPr>
          <p:nvPr>
            <p:ph sz="quarter" idx="13" hasCustomPrompt="1"/>
          </p:nvPr>
        </p:nvSpPr>
        <p:spPr>
          <a:xfrm>
            <a:off x="838200" y="472167"/>
            <a:ext cx="10134600" cy="504825"/>
          </a:xfrm>
        </p:spPr>
        <p:txBody>
          <a:bodyPr/>
          <a:lstStyle>
            <a:lvl1pPr marL="0" indent="0">
              <a:buNone/>
              <a:defRPr sz="2000">
                <a:solidFill>
                  <a:srgbClr val="005A96"/>
                </a:solidFill>
              </a:defRPr>
            </a:lvl1pPr>
          </a:lstStyle>
          <a:p>
            <a:pPr lvl="0"/>
            <a:r>
              <a:rPr lang="de-DE"/>
              <a:t>Überschrift 1</a:t>
            </a:r>
          </a:p>
        </p:txBody>
      </p:sp>
      <p:sp>
        <p:nvSpPr>
          <p:cNvPr id="9" name="Rechteck 4">
            <a:extLst>
              <a:ext uri="{FF2B5EF4-FFF2-40B4-BE49-F238E27FC236}">
                <a16:creationId xmlns:a16="http://schemas.microsoft.com/office/drawing/2014/main" id="{19FF2D26-B569-39E6-E876-1EBA05CB33EB}"/>
              </a:ext>
            </a:extLst>
          </p:cNvPr>
          <p:cNvSpPr/>
          <p:nvPr userDrawn="1"/>
        </p:nvSpPr>
        <p:spPr>
          <a:xfrm rot="900000">
            <a:off x="6921781" y="-502505"/>
            <a:ext cx="6205790" cy="8324029"/>
          </a:xfrm>
          <a:custGeom>
            <a:avLst/>
            <a:gdLst>
              <a:gd name="connsiteX0" fmla="*/ 0 w 5166047"/>
              <a:gd name="connsiteY0" fmla="*/ 0 h 7103738"/>
              <a:gd name="connsiteX1" fmla="*/ 5166047 w 5166047"/>
              <a:gd name="connsiteY1" fmla="*/ 0 h 7103738"/>
              <a:gd name="connsiteX2" fmla="*/ 5166047 w 5166047"/>
              <a:gd name="connsiteY2" fmla="*/ 7103738 h 7103738"/>
              <a:gd name="connsiteX3" fmla="*/ 0 w 5166047"/>
              <a:gd name="connsiteY3" fmla="*/ 7103738 h 7103738"/>
              <a:gd name="connsiteX4" fmla="*/ 0 w 5166047"/>
              <a:gd name="connsiteY4" fmla="*/ 0 h 7103738"/>
              <a:gd name="connsiteX0" fmla="*/ 0 w 5166047"/>
              <a:gd name="connsiteY0" fmla="*/ 1073163 h 8176901"/>
              <a:gd name="connsiteX1" fmla="*/ 3953853 w 5166047"/>
              <a:gd name="connsiteY1" fmla="*/ 0 h 8176901"/>
              <a:gd name="connsiteX2" fmla="*/ 5166047 w 5166047"/>
              <a:gd name="connsiteY2" fmla="*/ 8176901 h 8176901"/>
              <a:gd name="connsiteX3" fmla="*/ 0 w 5166047"/>
              <a:gd name="connsiteY3" fmla="*/ 8176901 h 8176901"/>
              <a:gd name="connsiteX4" fmla="*/ 0 w 5166047"/>
              <a:gd name="connsiteY4" fmla="*/ 1073163 h 8176901"/>
              <a:gd name="connsiteX0" fmla="*/ 0 w 5725841"/>
              <a:gd name="connsiteY0" fmla="*/ 1073163 h 8176901"/>
              <a:gd name="connsiteX1" fmla="*/ 3953853 w 5725841"/>
              <a:gd name="connsiteY1" fmla="*/ 0 h 8176901"/>
              <a:gd name="connsiteX2" fmla="*/ 5725841 w 5725841"/>
              <a:gd name="connsiteY2" fmla="*/ 6650950 h 8176901"/>
              <a:gd name="connsiteX3" fmla="*/ 0 w 5725841"/>
              <a:gd name="connsiteY3" fmla="*/ 8176901 h 8176901"/>
              <a:gd name="connsiteX4" fmla="*/ 0 w 5725841"/>
              <a:gd name="connsiteY4" fmla="*/ 1073163 h 8176901"/>
              <a:gd name="connsiteX0" fmla="*/ 0 w 5725841"/>
              <a:gd name="connsiteY0" fmla="*/ 1196999 h 8300737"/>
              <a:gd name="connsiteX1" fmla="*/ 4416016 w 5725841"/>
              <a:gd name="connsiteY1" fmla="*/ 0 h 8300737"/>
              <a:gd name="connsiteX2" fmla="*/ 5725841 w 5725841"/>
              <a:gd name="connsiteY2" fmla="*/ 6774786 h 8300737"/>
              <a:gd name="connsiteX3" fmla="*/ 0 w 5725841"/>
              <a:gd name="connsiteY3" fmla="*/ 8300737 h 8300737"/>
              <a:gd name="connsiteX4" fmla="*/ 0 w 5725841"/>
              <a:gd name="connsiteY4" fmla="*/ 1196999 h 8300737"/>
              <a:gd name="connsiteX0" fmla="*/ 0 w 6201024"/>
              <a:gd name="connsiteY0" fmla="*/ 1196999 h 8300737"/>
              <a:gd name="connsiteX1" fmla="*/ 4416016 w 6201024"/>
              <a:gd name="connsiteY1" fmla="*/ 0 h 8300737"/>
              <a:gd name="connsiteX2" fmla="*/ 6201024 w 6201024"/>
              <a:gd name="connsiteY2" fmla="*/ 6658469 h 8300737"/>
              <a:gd name="connsiteX3" fmla="*/ 0 w 6201024"/>
              <a:gd name="connsiteY3" fmla="*/ 8300737 h 8300737"/>
              <a:gd name="connsiteX4" fmla="*/ 0 w 6201024"/>
              <a:gd name="connsiteY4" fmla="*/ 1196999 h 8300737"/>
              <a:gd name="connsiteX0" fmla="*/ 4766 w 6205790"/>
              <a:gd name="connsiteY0" fmla="*/ 1196999 h 8324029"/>
              <a:gd name="connsiteX1" fmla="*/ 4420782 w 6205790"/>
              <a:gd name="connsiteY1" fmla="*/ 0 h 8324029"/>
              <a:gd name="connsiteX2" fmla="*/ 6205790 w 6205790"/>
              <a:gd name="connsiteY2" fmla="*/ 6658469 h 8324029"/>
              <a:gd name="connsiteX3" fmla="*/ 0 w 6205790"/>
              <a:gd name="connsiteY3" fmla="*/ 8324029 h 8324029"/>
              <a:gd name="connsiteX4" fmla="*/ 4766 w 6205790"/>
              <a:gd name="connsiteY4" fmla="*/ 1196999 h 83240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5790" h="8324029">
                <a:moveTo>
                  <a:pt x="4766" y="1196999"/>
                </a:moveTo>
                <a:lnTo>
                  <a:pt x="4420782" y="0"/>
                </a:lnTo>
                <a:lnTo>
                  <a:pt x="6205790" y="6658469"/>
                </a:lnTo>
                <a:lnTo>
                  <a:pt x="0" y="8324029"/>
                </a:lnTo>
                <a:cubicBezTo>
                  <a:pt x="1589" y="5948352"/>
                  <a:pt x="3177" y="3572676"/>
                  <a:pt x="4766" y="1196999"/>
                </a:cubicBezTo>
                <a:close/>
              </a:path>
            </a:pathLst>
          </a:custGeom>
          <a:solidFill>
            <a:srgbClr val="005A9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kzidenz-Grotesk Next Regular"/>
              <a:ea typeface="+mn-ea"/>
              <a:cs typeface="+mn-cs"/>
            </a:endParaRPr>
          </a:p>
        </p:txBody>
      </p:sp>
      <p:pic>
        <p:nvPicPr>
          <p:cNvPr id="10" name="Inhaltsplatzhalter 8">
            <a:extLst>
              <a:ext uri="{FF2B5EF4-FFF2-40B4-BE49-F238E27FC236}">
                <a16:creationId xmlns:a16="http://schemas.microsoft.com/office/drawing/2014/main" id="{CA39A26B-9A3F-B5D2-47E6-6D4AF8ED2DB9}"/>
              </a:ext>
            </a:extLst>
          </p:cNvPr>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a:xfrm>
            <a:off x="10981660" y="676124"/>
            <a:ext cx="744279" cy="709391"/>
          </a:xfrm>
          <a:prstGeom prst="rect">
            <a:avLst/>
          </a:prstGeom>
        </p:spPr>
      </p:pic>
    </p:spTree>
    <p:extLst>
      <p:ext uri="{BB962C8B-B14F-4D97-AF65-F5344CB8AC3E}">
        <p14:creationId xmlns:p14="http://schemas.microsoft.com/office/powerpoint/2010/main" val="22699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47AD6A65-D5C1-62AA-1185-F250E93E1195}"/>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A9100B22-DF33-65BB-0007-83E000494206}"/>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6" name="Foliennummernplatzhalter 5">
            <a:extLst>
              <a:ext uri="{FF2B5EF4-FFF2-40B4-BE49-F238E27FC236}">
                <a16:creationId xmlns:a16="http://schemas.microsoft.com/office/drawing/2014/main" id="{04CF9979-3C66-1549-190E-5E0F6FBD1BD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4" name="Titelplatzhalter 1">
            <a:extLst>
              <a:ext uri="{FF2B5EF4-FFF2-40B4-BE49-F238E27FC236}">
                <a16:creationId xmlns:a16="http://schemas.microsoft.com/office/drawing/2014/main" id="{CB17A1EE-84D9-2D86-9343-309B92DED3C2}"/>
              </a:ext>
            </a:extLst>
          </p:cNvPr>
          <p:cNvSpPr>
            <a:spLocks noGrp="1"/>
          </p:cNvSpPr>
          <p:nvPr>
            <p:ph type="title" hasCustomPrompt="1"/>
          </p:nvPr>
        </p:nvSpPr>
        <p:spPr>
          <a:xfrm>
            <a:off x="840460" y="664647"/>
            <a:ext cx="10132340" cy="709391"/>
          </a:xfrm>
          <a:prstGeom prst="rect">
            <a:avLst/>
          </a:prstGeom>
        </p:spPr>
        <p:txBody>
          <a:bodyPr vert="horz" lIns="91440" tIns="45720" rIns="91440" bIns="45720" rtlCol="0" anchor="ctr">
            <a:normAutofit/>
          </a:bodyPr>
          <a:lstStyle>
            <a:lvl1pPr>
              <a:defRPr sz="3000" b="1"/>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a:t>Überschrift 2</a:t>
            </a:r>
          </a:p>
        </p:txBody>
      </p:sp>
      <p:sp>
        <p:nvSpPr>
          <p:cNvPr id="8" name="Inhaltsplatzhalter 8">
            <a:extLst>
              <a:ext uri="{FF2B5EF4-FFF2-40B4-BE49-F238E27FC236}">
                <a16:creationId xmlns:a16="http://schemas.microsoft.com/office/drawing/2014/main" id="{AAB17722-489A-13FD-A35A-D8CB100B7F4A}"/>
              </a:ext>
            </a:extLst>
          </p:cNvPr>
          <p:cNvSpPr>
            <a:spLocks noGrp="1"/>
          </p:cNvSpPr>
          <p:nvPr>
            <p:ph sz="quarter" idx="13" hasCustomPrompt="1"/>
          </p:nvPr>
        </p:nvSpPr>
        <p:spPr>
          <a:xfrm>
            <a:off x="838200" y="472167"/>
            <a:ext cx="10134600" cy="504825"/>
          </a:xfrm>
        </p:spPr>
        <p:txBody>
          <a:bodyPr/>
          <a:lstStyle>
            <a:lvl1pPr marL="0" indent="0">
              <a:buNone/>
              <a:defRPr sz="2000">
                <a:solidFill>
                  <a:srgbClr val="005A96"/>
                </a:solidFill>
              </a:defRPr>
            </a:lvl1pPr>
          </a:lstStyle>
          <a:p>
            <a:pPr lvl="0"/>
            <a:r>
              <a:rPr lang="de-DE"/>
              <a:t>Überschrift 1</a:t>
            </a:r>
          </a:p>
        </p:txBody>
      </p:sp>
    </p:spTree>
    <p:extLst>
      <p:ext uri="{BB962C8B-B14F-4D97-AF65-F5344CB8AC3E}">
        <p14:creationId xmlns:p14="http://schemas.microsoft.com/office/powerpoint/2010/main" val="1030780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4E2D6EFB-4C49-570C-61D9-7E44A040D27A}"/>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4" name="Foliennummernplatzhalter 3">
            <a:extLst>
              <a:ext uri="{FF2B5EF4-FFF2-40B4-BE49-F238E27FC236}">
                <a16:creationId xmlns:a16="http://schemas.microsoft.com/office/drawing/2014/main" id="{49FEC2A8-9949-D70D-F0E8-34F91D6DF81C}"/>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5" name="Titelplatzhalter 1">
            <a:extLst>
              <a:ext uri="{FF2B5EF4-FFF2-40B4-BE49-F238E27FC236}">
                <a16:creationId xmlns:a16="http://schemas.microsoft.com/office/drawing/2014/main" id="{28A6E2C8-0724-8FBD-37E0-84AD813C23CF}"/>
              </a:ext>
            </a:extLst>
          </p:cNvPr>
          <p:cNvSpPr>
            <a:spLocks noGrp="1"/>
          </p:cNvSpPr>
          <p:nvPr>
            <p:ph type="title" hasCustomPrompt="1"/>
          </p:nvPr>
        </p:nvSpPr>
        <p:spPr>
          <a:xfrm>
            <a:off x="840460" y="664647"/>
            <a:ext cx="10132340" cy="709391"/>
          </a:xfrm>
          <a:prstGeom prst="rect">
            <a:avLst/>
          </a:prstGeom>
        </p:spPr>
        <p:txBody>
          <a:bodyPr vert="horz" lIns="91440" tIns="45720" rIns="91440" bIns="45720" rtlCol="0" anchor="ctr">
            <a:normAutofit/>
          </a:bodyPr>
          <a:lstStyle>
            <a:lvl1pPr>
              <a:defRPr sz="3000" b="1"/>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a:t>Überschrift 2</a:t>
            </a:r>
          </a:p>
        </p:txBody>
      </p:sp>
      <p:sp>
        <p:nvSpPr>
          <p:cNvPr id="7" name="Inhaltsplatzhalter 8">
            <a:extLst>
              <a:ext uri="{FF2B5EF4-FFF2-40B4-BE49-F238E27FC236}">
                <a16:creationId xmlns:a16="http://schemas.microsoft.com/office/drawing/2014/main" id="{755DAC17-192C-C2BB-264C-B8C5B802E138}"/>
              </a:ext>
            </a:extLst>
          </p:cNvPr>
          <p:cNvSpPr>
            <a:spLocks noGrp="1"/>
          </p:cNvSpPr>
          <p:nvPr>
            <p:ph sz="quarter" idx="13" hasCustomPrompt="1"/>
          </p:nvPr>
        </p:nvSpPr>
        <p:spPr>
          <a:xfrm>
            <a:off x="838200" y="472167"/>
            <a:ext cx="10134600" cy="504825"/>
          </a:xfrm>
        </p:spPr>
        <p:txBody>
          <a:bodyPr/>
          <a:lstStyle>
            <a:lvl1pPr marL="0" indent="0">
              <a:buNone/>
              <a:defRPr sz="2000">
                <a:solidFill>
                  <a:srgbClr val="005A96"/>
                </a:solidFill>
              </a:defRPr>
            </a:lvl1pPr>
          </a:lstStyle>
          <a:p>
            <a:pPr lvl="0"/>
            <a:r>
              <a:rPr lang="de-DE"/>
              <a:t>Überschrift 1</a:t>
            </a:r>
          </a:p>
        </p:txBody>
      </p:sp>
    </p:spTree>
    <p:extLst>
      <p:ext uri="{BB962C8B-B14F-4D97-AF65-F5344CB8AC3E}">
        <p14:creationId xmlns:p14="http://schemas.microsoft.com/office/powerpoint/2010/main" val="2031124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18E80EAF-E5FB-8104-6451-3CF39FD5E88F}"/>
              </a:ext>
            </a:extLst>
          </p:cNvPr>
          <p:cNvPicPr>
            <a:picLocks noChangeAspect="1"/>
          </p:cNvPicPr>
          <p:nvPr userDrawn="1"/>
        </p:nvPicPr>
        <p:blipFill>
          <a:blip r:embed="rId2"/>
          <a:stretch>
            <a:fillRect/>
          </a:stretch>
        </p:blipFill>
        <p:spPr>
          <a:xfrm>
            <a:off x="0" y="2468500"/>
            <a:ext cx="9248434" cy="4389500"/>
          </a:xfrm>
          <a:prstGeom prst="rect">
            <a:avLst/>
          </a:prstGeom>
        </p:spPr>
      </p:pic>
      <p:sp>
        <p:nvSpPr>
          <p:cNvPr id="2" name="Titel 1">
            <a:extLst>
              <a:ext uri="{FF2B5EF4-FFF2-40B4-BE49-F238E27FC236}">
                <a16:creationId xmlns:a16="http://schemas.microsoft.com/office/drawing/2014/main" id="{D5D67520-7C8F-7613-5DF1-EFDF91368F70}"/>
              </a:ext>
            </a:extLst>
          </p:cNvPr>
          <p:cNvSpPr>
            <a:spLocks noGrp="1"/>
          </p:cNvSpPr>
          <p:nvPr>
            <p:ph type="ctrTitle"/>
          </p:nvPr>
        </p:nvSpPr>
        <p:spPr>
          <a:xfrm>
            <a:off x="4206240" y="1122363"/>
            <a:ext cx="7448550" cy="2387600"/>
          </a:xfrm>
          <a:prstGeom prst="rect">
            <a:avLst/>
          </a:prstGeom>
        </p:spPr>
        <p:txBody>
          <a:bodyPr anchor="b"/>
          <a:lstStyle>
            <a:lvl1pPr algn="ctr">
              <a:defRPr sz="6000" b="1"/>
            </a:lvl1pPr>
          </a:lstStyle>
          <a:p>
            <a:r>
              <a:rPr lang="de-DE"/>
              <a:t>Mastertitelformat bearbeiten</a:t>
            </a:r>
          </a:p>
        </p:txBody>
      </p:sp>
      <p:sp>
        <p:nvSpPr>
          <p:cNvPr id="3" name="Untertitel 2">
            <a:extLst>
              <a:ext uri="{FF2B5EF4-FFF2-40B4-BE49-F238E27FC236}">
                <a16:creationId xmlns:a16="http://schemas.microsoft.com/office/drawing/2014/main" id="{AE8A0071-FB47-AC68-D7DB-3B7970DE0444}"/>
              </a:ext>
            </a:extLst>
          </p:cNvPr>
          <p:cNvSpPr>
            <a:spLocks noGrp="1"/>
          </p:cNvSpPr>
          <p:nvPr>
            <p:ph type="subTitle" idx="1"/>
          </p:nvPr>
        </p:nvSpPr>
        <p:spPr>
          <a:xfrm>
            <a:off x="395620" y="4140023"/>
            <a:ext cx="4525515"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5" name="Fußzeilenplatzhalter 4">
            <a:extLst>
              <a:ext uri="{FF2B5EF4-FFF2-40B4-BE49-F238E27FC236}">
                <a16:creationId xmlns:a16="http://schemas.microsoft.com/office/drawing/2014/main" id="{442ADB0B-7CAA-17E0-560E-EDE236D7D980}"/>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6" name="Foliennummernplatzhalter 5">
            <a:extLst>
              <a:ext uri="{FF2B5EF4-FFF2-40B4-BE49-F238E27FC236}">
                <a16:creationId xmlns:a16="http://schemas.microsoft.com/office/drawing/2014/main" id="{D3779BA7-0B48-B00D-6BAF-B396D1180B3E}"/>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Tree>
    <p:extLst>
      <p:ext uri="{BB962C8B-B14F-4D97-AF65-F5344CB8AC3E}">
        <p14:creationId xmlns:p14="http://schemas.microsoft.com/office/powerpoint/2010/main" val="1159669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BAAB4838-1A6D-26A3-2490-24EED1DDC6EE}"/>
              </a:ext>
            </a:extLst>
          </p:cNvPr>
          <p:cNvPicPr>
            <a:picLocks noChangeAspect="1"/>
          </p:cNvPicPr>
          <p:nvPr userDrawn="1"/>
        </p:nvPicPr>
        <p:blipFill>
          <a:blip r:embed="rId2"/>
          <a:stretch>
            <a:fillRect/>
          </a:stretch>
        </p:blipFill>
        <p:spPr>
          <a:xfrm>
            <a:off x="0" y="2468500"/>
            <a:ext cx="9248434" cy="4389500"/>
          </a:xfrm>
          <a:prstGeom prst="rect">
            <a:avLst/>
          </a:prstGeom>
        </p:spPr>
      </p:pic>
      <p:sp>
        <p:nvSpPr>
          <p:cNvPr id="3" name="Inhaltsplatzhalter 2">
            <a:extLst>
              <a:ext uri="{FF2B5EF4-FFF2-40B4-BE49-F238E27FC236}">
                <a16:creationId xmlns:a16="http://schemas.microsoft.com/office/drawing/2014/main" id="{47AD6A65-D5C1-62AA-1185-F250E93E1195}"/>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A9100B22-DF33-65BB-0007-83E000494206}"/>
              </a:ext>
            </a:extLst>
          </p:cNvPr>
          <p:cNvSpPr>
            <a:spLocks noGrp="1"/>
          </p:cNvSpPr>
          <p:nvPr>
            <p:ph type="ftr" sz="quarter" idx="11"/>
          </p:nvPr>
        </p:nvSpPr>
        <p:spPr/>
        <p:txBody>
          <a:bodyPr/>
          <a:lstStyle>
            <a:lvl1pPr>
              <a:defRPr>
                <a:solidFill>
                  <a:schemeClr val="bg1"/>
                </a:solidFill>
              </a:defRPr>
            </a:lvl1pPr>
          </a:lstStyle>
          <a:p>
            <a:pPr>
              <a:defRPr/>
            </a:pPr>
            <a:endParaRPr lang="de-DE"/>
          </a:p>
        </p:txBody>
      </p:sp>
      <p:sp>
        <p:nvSpPr>
          <p:cNvPr id="6" name="Foliennummernplatzhalter 5">
            <a:extLst>
              <a:ext uri="{FF2B5EF4-FFF2-40B4-BE49-F238E27FC236}">
                <a16:creationId xmlns:a16="http://schemas.microsoft.com/office/drawing/2014/main" id="{04CF9979-3C66-1549-190E-5E0F6FBD1BD5}"/>
              </a:ext>
            </a:extLst>
          </p:cNvPr>
          <p:cNvSpPr>
            <a:spLocks noGrp="1"/>
          </p:cNvSpPr>
          <p:nvPr>
            <p:ph type="sldNum" sz="quarter" idx="12"/>
          </p:nvPr>
        </p:nvSpPr>
        <p:spPr/>
        <p:txBody>
          <a:bodyPr/>
          <a:lstStyle>
            <a:lvl1pPr>
              <a:defRPr>
                <a:solidFill>
                  <a:schemeClr val="bg1"/>
                </a:solidFill>
              </a:defRPr>
            </a:lvl1pPr>
          </a:lstStyle>
          <a:p>
            <a:pPr>
              <a:defRPr/>
            </a:pPr>
            <a:fld id="{049E9FB2-15AD-4BAD-B5DA-63EA35E480F0}" type="slidenum">
              <a:rPr lang="de-DE" smtClean="0"/>
              <a:pPr>
                <a:defRPr/>
              </a:pPr>
              <a:t>‹#›</a:t>
            </a:fld>
            <a:endParaRPr lang="de-DE"/>
          </a:p>
        </p:txBody>
      </p:sp>
      <p:sp>
        <p:nvSpPr>
          <p:cNvPr id="2" name="Titelplatzhalter 1">
            <a:extLst>
              <a:ext uri="{FF2B5EF4-FFF2-40B4-BE49-F238E27FC236}">
                <a16:creationId xmlns:a16="http://schemas.microsoft.com/office/drawing/2014/main" id="{8CA1A560-082E-2016-A40A-F5009AF360BC}"/>
              </a:ext>
            </a:extLst>
          </p:cNvPr>
          <p:cNvSpPr>
            <a:spLocks noGrp="1"/>
          </p:cNvSpPr>
          <p:nvPr>
            <p:ph type="title" hasCustomPrompt="1"/>
          </p:nvPr>
        </p:nvSpPr>
        <p:spPr>
          <a:xfrm>
            <a:off x="840460" y="664647"/>
            <a:ext cx="10132340" cy="709391"/>
          </a:xfrm>
          <a:prstGeom prst="rect">
            <a:avLst/>
          </a:prstGeom>
        </p:spPr>
        <p:txBody>
          <a:bodyPr vert="horz" lIns="91440" tIns="45720" rIns="91440" bIns="45720" rtlCol="0" anchor="ctr">
            <a:normAutofit/>
          </a:bodyPr>
          <a:lstStyle>
            <a:lvl1pPr>
              <a:defRPr sz="3000" b="1"/>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a:t>Überschrift 2</a:t>
            </a:r>
          </a:p>
        </p:txBody>
      </p:sp>
      <p:sp>
        <p:nvSpPr>
          <p:cNvPr id="4" name="Inhaltsplatzhalter 8">
            <a:extLst>
              <a:ext uri="{FF2B5EF4-FFF2-40B4-BE49-F238E27FC236}">
                <a16:creationId xmlns:a16="http://schemas.microsoft.com/office/drawing/2014/main" id="{3272D902-0554-FBF7-C3F2-8BCC4F9A085B}"/>
              </a:ext>
            </a:extLst>
          </p:cNvPr>
          <p:cNvSpPr>
            <a:spLocks noGrp="1"/>
          </p:cNvSpPr>
          <p:nvPr>
            <p:ph sz="quarter" idx="13" hasCustomPrompt="1"/>
          </p:nvPr>
        </p:nvSpPr>
        <p:spPr>
          <a:xfrm>
            <a:off x="838200" y="472167"/>
            <a:ext cx="10134600" cy="504825"/>
          </a:xfrm>
        </p:spPr>
        <p:txBody>
          <a:bodyPr/>
          <a:lstStyle>
            <a:lvl1pPr marL="0" indent="0">
              <a:buNone/>
              <a:defRPr sz="2000">
                <a:solidFill>
                  <a:srgbClr val="005A96"/>
                </a:solidFill>
              </a:defRPr>
            </a:lvl1pPr>
          </a:lstStyle>
          <a:p>
            <a:pPr lvl="0"/>
            <a:r>
              <a:rPr lang="de-DE"/>
              <a:t>Überschrift 1</a:t>
            </a:r>
          </a:p>
        </p:txBody>
      </p:sp>
    </p:spTree>
    <p:extLst>
      <p:ext uri="{BB962C8B-B14F-4D97-AF65-F5344CB8AC3E}">
        <p14:creationId xmlns:p14="http://schemas.microsoft.com/office/powerpoint/2010/main" val="1046967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47AD6A65-D5C1-62AA-1185-F250E93E1195}"/>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A9100B22-DF33-65BB-0007-83E000494206}"/>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6" name="Foliennummernplatzhalter 5">
            <a:extLst>
              <a:ext uri="{FF2B5EF4-FFF2-40B4-BE49-F238E27FC236}">
                <a16:creationId xmlns:a16="http://schemas.microsoft.com/office/drawing/2014/main" id="{04CF9979-3C66-1549-190E-5E0F6FBD1BD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4" name="Titelplatzhalter 1">
            <a:extLst>
              <a:ext uri="{FF2B5EF4-FFF2-40B4-BE49-F238E27FC236}">
                <a16:creationId xmlns:a16="http://schemas.microsoft.com/office/drawing/2014/main" id="{CB17A1EE-84D9-2D86-9343-309B92DED3C2}"/>
              </a:ext>
            </a:extLst>
          </p:cNvPr>
          <p:cNvSpPr>
            <a:spLocks noGrp="1"/>
          </p:cNvSpPr>
          <p:nvPr>
            <p:ph type="title" hasCustomPrompt="1"/>
          </p:nvPr>
        </p:nvSpPr>
        <p:spPr>
          <a:xfrm>
            <a:off x="840460" y="664647"/>
            <a:ext cx="10132340" cy="709391"/>
          </a:xfrm>
          <a:prstGeom prst="rect">
            <a:avLst/>
          </a:prstGeom>
        </p:spPr>
        <p:txBody>
          <a:bodyPr vert="horz" lIns="91440" tIns="45720" rIns="91440" bIns="45720" rtlCol="0" anchor="ctr">
            <a:normAutofit/>
          </a:bodyPr>
          <a:lstStyle>
            <a:lvl1pPr>
              <a:defRPr sz="3000" b="1"/>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a:t>Überschrift 2</a:t>
            </a:r>
          </a:p>
        </p:txBody>
      </p:sp>
      <p:sp>
        <p:nvSpPr>
          <p:cNvPr id="8" name="Inhaltsplatzhalter 8">
            <a:extLst>
              <a:ext uri="{FF2B5EF4-FFF2-40B4-BE49-F238E27FC236}">
                <a16:creationId xmlns:a16="http://schemas.microsoft.com/office/drawing/2014/main" id="{AAB17722-489A-13FD-A35A-D8CB100B7F4A}"/>
              </a:ext>
            </a:extLst>
          </p:cNvPr>
          <p:cNvSpPr>
            <a:spLocks noGrp="1"/>
          </p:cNvSpPr>
          <p:nvPr>
            <p:ph sz="quarter" idx="13" hasCustomPrompt="1"/>
          </p:nvPr>
        </p:nvSpPr>
        <p:spPr>
          <a:xfrm>
            <a:off x="838200" y="472167"/>
            <a:ext cx="10134600" cy="504825"/>
          </a:xfrm>
        </p:spPr>
        <p:txBody>
          <a:bodyPr/>
          <a:lstStyle>
            <a:lvl1pPr marL="0" indent="0">
              <a:buNone/>
              <a:defRPr sz="2000">
                <a:solidFill>
                  <a:srgbClr val="005A96"/>
                </a:solidFill>
              </a:defRPr>
            </a:lvl1pPr>
          </a:lstStyle>
          <a:p>
            <a:pPr lvl="0"/>
            <a:r>
              <a:rPr lang="de-DE"/>
              <a:t>Überschrift 1</a:t>
            </a:r>
          </a:p>
        </p:txBody>
      </p:sp>
    </p:spTree>
    <p:extLst>
      <p:ext uri="{BB962C8B-B14F-4D97-AF65-F5344CB8AC3E}">
        <p14:creationId xmlns:p14="http://schemas.microsoft.com/office/powerpoint/2010/main" val="4278864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4E2D6EFB-4C49-570C-61D9-7E44A040D27A}"/>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4" name="Foliennummernplatzhalter 3">
            <a:extLst>
              <a:ext uri="{FF2B5EF4-FFF2-40B4-BE49-F238E27FC236}">
                <a16:creationId xmlns:a16="http://schemas.microsoft.com/office/drawing/2014/main" id="{49FEC2A8-9949-D70D-F0E8-34F91D6DF81C}"/>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5" name="Titelplatzhalter 1">
            <a:extLst>
              <a:ext uri="{FF2B5EF4-FFF2-40B4-BE49-F238E27FC236}">
                <a16:creationId xmlns:a16="http://schemas.microsoft.com/office/drawing/2014/main" id="{28A6E2C8-0724-8FBD-37E0-84AD813C23CF}"/>
              </a:ext>
            </a:extLst>
          </p:cNvPr>
          <p:cNvSpPr>
            <a:spLocks noGrp="1"/>
          </p:cNvSpPr>
          <p:nvPr>
            <p:ph type="title" hasCustomPrompt="1"/>
          </p:nvPr>
        </p:nvSpPr>
        <p:spPr>
          <a:xfrm>
            <a:off x="840460" y="664647"/>
            <a:ext cx="10132340" cy="709391"/>
          </a:xfrm>
          <a:prstGeom prst="rect">
            <a:avLst/>
          </a:prstGeom>
        </p:spPr>
        <p:txBody>
          <a:bodyPr vert="horz" lIns="91440" tIns="45720" rIns="91440" bIns="45720" rtlCol="0" anchor="ctr">
            <a:normAutofit/>
          </a:bodyPr>
          <a:lstStyle>
            <a:lvl1pPr>
              <a:defRPr sz="3000" b="1"/>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a:t>Überschrift 2</a:t>
            </a:r>
          </a:p>
        </p:txBody>
      </p:sp>
      <p:sp>
        <p:nvSpPr>
          <p:cNvPr id="7" name="Inhaltsplatzhalter 8">
            <a:extLst>
              <a:ext uri="{FF2B5EF4-FFF2-40B4-BE49-F238E27FC236}">
                <a16:creationId xmlns:a16="http://schemas.microsoft.com/office/drawing/2014/main" id="{755DAC17-192C-C2BB-264C-B8C5B802E138}"/>
              </a:ext>
            </a:extLst>
          </p:cNvPr>
          <p:cNvSpPr>
            <a:spLocks noGrp="1"/>
          </p:cNvSpPr>
          <p:nvPr>
            <p:ph sz="quarter" idx="13" hasCustomPrompt="1"/>
          </p:nvPr>
        </p:nvSpPr>
        <p:spPr>
          <a:xfrm>
            <a:off x="838200" y="472167"/>
            <a:ext cx="10134600" cy="504825"/>
          </a:xfrm>
        </p:spPr>
        <p:txBody>
          <a:bodyPr/>
          <a:lstStyle>
            <a:lvl1pPr marL="0" indent="0">
              <a:buNone/>
              <a:defRPr sz="2000">
                <a:solidFill>
                  <a:srgbClr val="005A96"/>
                </a:solidFill>
              </a:defRPr>
            </a:lvl1pPr>
          </a:lstStyle>
          <a:p>
            <a:pPr lvl="0"/>
            <a:r>
              <a:rPr lang="de-DE"/>
              <a:t>Überschrift 1</a:t>
            </a:r>
          </a:p>
        </p:txBody>
      </p:sp>
    </p:spTree>
    <p:extLst>
      <p:ext uri="{BB962C8B-B14F-4D97-AF65-F5344CB8AC3E}">
        <p14:creationId xmlns:p14="http://schemas.microsoft.com/office/powerpoint/2010/main" val="4274966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Aufz.+Bild">
    <p:spTree>
      <p:nvGrpSpPr>
        <p:cNvPr id="1" name=""/>
        <p:cNvGrpSpPr/>
        <p:nvPr/>
      </p:nvGrpSpPr>
      <p:grpSpPr>
        <a:xfrm>
          <a:off x="0" y="0"/>
          <a:ext cx="0" cy="0"/>
          <a:chOff x="0" y="0"/>
          <a:chExt cx="0" cy="0"/>
        </a:xfrm>
      </p:grpSpPr>
      <p:sp>
        <p:nvSpPr>
          <p:cNvPr id="14" name="Bildplatzhalter 13"/>
          <p:cNvSpPr>
            <a:spLocks noGrp="1"/>
          </p:cNvSpPr>
          <p:nvPr>
            <p:ph type="pic" sz="quarter" idx="16"/>
          </p:nvPr>
        </p:nvSpPr>
        <p:spPr>
          <a:xfrm>
            <a:off x="6308421" y="1771651"/>
            <a:ext cx="5380801" cy="4468502"/>
          </a:xfrm>
          <a:prstGeom prst="rect">
            <a:avLst/>
          </a:prstGeom>
        </p:spPr>
        <p:txBody>
          <a:bodyPr rtlCol="0">
            <a:normAutofit/>
          </a:bodyPr>
          <a:lstStyle>
            <a:lvl1pPr marL="0" indent="0">
              <a:buFontTx/>
              <a:buNone/>
              <a:defRPr/>
            </a:lvl1pPr>
          </a:lstStyle>
          <a:p>
            <a:pPr lvl="0"/>
            <a:endParaRPr lang="de-DE" noProof="0"/>
          </a:p>
        </p:txBody>
      </p:sp>
      <p:sp>
        <p:nvSpPr>
          <p:cNvPr id="18" name="Textplatzhalter 15"/>
          <p:cNvSpPr>
            <a:spLocks noGrp="1"/>
          </p:cNvSpPr>
          <p:nvPr>
            <p:ph type="body" sz="quarter" idx="20"/>
          </p:nvPr>
        </p:nvSpPr>
        <p:spPr>
          <a:xfrm>
            <a:off x="632884" y="1771655"/>
            <a:ext cx="5401253" cy="4739759"/>
          </a:xfrm>
          <a:prstGeom prst="rect">
            <a:avLst/>
          </a:prstGeom>
        </p:spPr>
        <p:txBody>
          <a:bodyPr/>
          <a:lstStyle>
            <a:lvl1pPr marL="0" indent="360000">
              <a:lnSpc>
                <a:spcPct val="150000"/>
              </a:lnSpc>
              <a:spcBef>
                <a:spcPts val="0"/>
              </a:spcBef>
              <a:defRPr sz="1600" b="1" kern="0"/>
            </a:lvl1pPr>
            <a:lvl2pPr marL="360000" indent="360000">
              <a:lnSpc>
                <a:spcPct val="150000"/>
              </a:lnSpc>
              <a:spcBef>
                <a:spcPts val="0"/>
              </a:spcBef>
              <a:defRPr sz="1600" kern="0"/>
            </a:lvl2pPr>
            <a:lvl3pPr marL="720000" indent="360000">
              <a:lnSpc>
                <a:spcPct val="150000"/>
              </a:lnSpc>
              <a:spcBef>
                <a:spcPts val="0"/>
              </a:spcBef>
              <a:defRPr sz="1600" kern="0"/>
            </a:lvl3pPr>
            <a:lvl4pPr marL="1080000" indent="360000">
              <a:lnSpc>
                <a:spcPct val="150000"/>
              </a:lnSpc>
              <a:spcBef>
                <a:spcPts val="0"/>
              </a:spcBef>
              <a:defRPr sz="1600" kern="0"/>
            </a:lvl4pPr>
            <a:lvl5pPr marL="1440000" indent="360000">
              <a:lnSpc>
                <a:spcPct val="150000"/>
              </a:lnSpc>
              <a:spcBef>
                <a:spcPts val="0"/>
              </a:spcBef>
              <a:defRPr sz="1600" kern="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9" name="Titelplatzhalter 16"/>
          <p:cNvSpPr>
            <a:spLocks noGrp="1"/>
          </p:cNvSpPr>
          <p:nvPr>
            <p:ph type="title"/>
          </p:nvPr>
        </p:nvSpPr>
        <p:spPr>
          <a:xfrm>
            <a:off x="393600" y="406800"/>
            <a:ext cx="9753600" cy="327600"/>
          </a:xfrm>
          <a:prstGeom prst="rect">
            <a:avLst/>
          </a:prstGeom>
        </p:spPr>
        <p:txBody>
          <a:bodyPr rtlCol="0">
            <a:normAutofit/>
          </a:bodyPr>
          <a:lstStyle/>
          <a:p>
            <a:r>
              <a:rPr lang="de-DE"/>
              <a:t>Mastertitelformat bearbeiten</a:t>
            </a:r>
          </a:p>
        </p:txBody>
      </p:sp>
      <p:sp>
        <p:nvSpPr>
          <p:cNvPr id="11" name="Subtitle 2"/>
          <p:cNvSpPr>
            <a:spLocks noGrp="1"/>
          </p:cNvSpPr>
          <p:nvPr>
            <p:ph type="subTitle" idx="1"/>
          </p:nvPr>
        </p:nvSpPr>
        <p:spPr>
          <a:xfrm>
            <a:off x="393600" y="745067"/>
            <a:ext cx="9753600" cy="342054"/>
          </a:xfrm>
        </p:spPr>
        <p:txBody>
          <a:bodyPr>
            <a:normAutofit/>
          </a:bodyPr>
          <a:lstStyle>
            <a:lvl1pPr marL="0" indent="0" algn="l">
              <a:buNone/>
              <a:defRPr sz="1600" b="0" i="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a:p>
        </p:txBody>
      </p:sp>
      <p:sp>
        <p:nvSpPr>
          <p:cNvPr id="12" name="Textplatzhalter 16"/>
          <p:cNvSpPr>
            <a:spLocks noGrp="1"/>
          </p:cNvSpPr>
          <p:nvPr>
            <p:ph type="body" sz="quarter" idx="17"/>
          </p:nvPr>
        </p:nvSpPr>
        <p:spPr>
          <a:xfrm>
            <a:off x="6308422" y="6398644"/>
            <a:ext cx="5380801" cy="112766"/>
          </a:xfrm>
          <a:prstGeom prst="rect">
            <a:avLst/>
          </a:prstGeom>
        </p:spPr>
        <p:txBody>
          <a:bodyPr/>
          <a:lstStyle>
            <a:lvl1pPr marL="0" indent="0">
              <a:lnSpc>
                <a:spcPct val="100000"/>
              </a:lnSpc>
              <a:spcBef>
                <a:spcPts val="0"/>
              </a:spcBef>
              <a:buNone/>
              <a:defRPr sz="1000" b="0" i="1" baseline="0">
                <a:solidFill>
                  <a:schemeClr val="tx1"/>
                </a:solidFill>
                <a:latin typeface="Arial"/>
              </a:defRPr>
            </a:lvl1pPr>
          </a:lstStyle>
          <a:p>
            <a:pPr lvl="0"/>
            <a:r>
              <a:rPr lang="de-DE"/>
              <a:t>Mastertextformat bearbeiten</a:t>
            </a:r>
          </a:p>
        </p:txBody>
      </p:sp>
      <p:sp>
        <p:nvSpPr>
          <p:cNvPr id="7" name="Foliennummernplatzhalter 10"/>
          <p:cNvSpPr>
            <a:spLocks noGrp="1"/>
          </p:cNvSpPr>
          <p:nvPr>
            <p:ph type="sldNum" sz="quarter" idx="21"/>
          </p:nvPr>
        </p:nvSpPr>
        <p:spPr/>
        <p:txBody>
          <a:bodyPr/>
          <a:lstStyle>
            <a:lvl1pPr>
              <a:defRPr/>
            </a:lvl1pPr>
          </a:lstStyle>
          <a:p>
            <a:pPr>
              <a:defRPr/>
            </a:pPr>
            <a:fld id="{AA5DF636-10E3-C843-BAEB-4F17E52BCE01}" type="slidenum">
              <a:rPr lang="de-DE"/>
              <a:pPr>
                <a:defRPr/>
              </a:pPr>
              <a:t>‹#›</a:t>
            </a:fld>
            <a:endParaRPr lang="de-DE"/>
          </a:p>
        </p:txBody>
      </p:sp>
    </p:spTree>
    <p:extLst>
      <p:ext uri="{BB962C8B-B14F-4D97-AF65-F5344CB8AC3E}">
        <p14:creationId xmlns:p14="http://schemas.microsoft.com/office/powerpoint/2010/main" val="3820793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3_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51051" y="426565"/>
            <a:ext cx="9401175" cy="644525"/>
          </a:xfrm>
          <a:prstGeom prst="rect">
            <a:avLst/>
          </a:prstGeom>
        </p:spPr>
        <p:txBody>
          <a:bodyPr/>
          <a:lstStyle>
            <a:lvl1pPr>
              <a:defRPr sz="3200" b="1"/>
            </a:lvl1pPr>
          </a:lstStyle>
          <a:p>
            <a:r>
              <a:rPr lang="de-DE"/>
              <a:t>Titelmasterformat durch Klicken bearbeiten</a:t>
            </a:r>
          </a:p>
        </p:txBody>
      </p:sp>
      <p:sp>
        <p:nvSpPr>
          <p:cNvPr id="3" name="Inhaltsplatzhalter 2"/>
          <p:cNvSpPr>
            <a:spLocks noGrp="1"/>
          </p:cNvSpPr>
          <p:nvPr>
            <p:ph idx="1"/>
          </p:nvPr>
        </p:nvSpPr>
        <p:spPr>
          <a:xfrm>
            <a:off x="351052" y="1652705"/>
            <a:ext cx="11496675" cy="3946817"/>
          </a:xfrm>
          <a:prstGeom prst="rect">
            <a:avLst/>
          </a:prstGeo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9240765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Titel und Inhalt">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47AD6A65-D5C1-62AA-1185-F250E93E1195}"/>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A9100B22-DF33-65BB-0007-83E00049420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4CF9979-3C66-1549-190E-5E0F6FBD1BD5}"/>
              </a:ext>
            </a:extLst>
          </p:cNvPr>
          <p:cNvSpPr>
            <a:spLocks noGrp="1"/>
          </p:cNvSpPr>
          <p:nvPr>
            <p:ph type="sldNum" sz="quarter" idx="12"/>
          </p:nvPr>
        </p:nvSpPr>
        <p:spPr/>
        <p:txBody>
          <a:bodyPr/>
          <a:lstStyle/>
          <a:p>
            <a:fld id="{049E9FB2-15AD-4BAD-B5DA-63EA35E480F0}" type="slidenum">
              <a:rPr lang="de-DE" smtClean="0"/>
              <a:t>‹#›</a:t>
            </a:fld>
            <a:endParaRPr lang="de-DE"/>
          </a:p>
        </p:txBody>
      </p:sp>
      <p:sp>
        <p:nvSpPr>
          <p:cNvPr id="7" name="Titelplatzhalter 1">
            <a:extLst>
              <a:ext uri="{FF2B5EF4-FFF2-40B4-BE49-F238E27FC236}">
                <a16:creationId xmlns:a16="http://schemas.microsoft.com/office/drawing/2014/main" id="{17CD2510-B24F-E08D-439F-08B03EA5DB41}"/>
              </a:ext>
            </a:extLst>
          </p:cNvPr>
          <p:cNvSpPr>
            <a:spLocks noGrp="1"/>
          </p:cNvSpPr>
          <p:nvPr>
            <p:ph type="title" hasCustomPrompt="1"/>
          </p:nvPr>
        </p:nvSpPr>
        <p:spPr>
          <a:xfrm>
            <a:off x="856362" y="520624"/>
            <a:ext cx="10515600" cy="1020389"/>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2400" b="1" i="0" u="none" strike="noStrike" kern="1200" cap="none" spc="0" normalizeH="0" baseline="0" noProof="0">
                <a:ln>
                  <a:noFill/>
                </a:ln>
                <a:solidFill>
                  <a:srgbClr val="00599C"/>
                </a:solidFill>
                <a:effectLst/>
                <a:uLnTx/>
                <a:uFillTx/>
                <a:latin typeface="TSTAR" panose="020B0604020202020204" charset="0"/>
                <a:ea typeface="+mj-ea"/>
                <a:cs typeface="+mj-cs"/>
              </a:rPr>
              <a:t>Mastertitelformat bearbeiten</a:t>
            </a:r>
            <a:br>
              <a:rPr lang="de-DE"/>
            </a:br>
            <a:r>
              <a:rPr lang="de-DE"/>
              <a:t>Mastertitelformat bearbeiten</a:t>
            </a:r>
          </a:p>
        </p:txBody>
      </p:sp>
      <p:sp>
        <p:nvSpPr>
          <p:cNvPr id="8" name="Rechteck 2">
            <a:extLst>
              <a:ext uri="{FF2B5EF4-FFF2-40B4-BE49-F238E27FC236}">
                <a16:creationId xmlns:a16="http://schemas.microsoft.com/office/drawing/2014/main" id="{7797BBE1-954D-E4C1-E1DC-637E28421130}"/>
              </a:ext>
            </a:extLst>
          </p:cNvPr>
          <p:cNvSpPr/>
          <p:nvPr userDrawn="1"/>
        </p:nvSpPr>
        <p:spPr>
          <a:xfrm rot="900000">
            <a:off x="7915061" y="2023018"/>
            <a:ext cx="4743438" cy="5570800"/>
          </a:xfrm>
          <a:custGeom>
            <a:avLst/>
            <a:gdLst>
              <a:gd name="connsiteX0" fmla="*/ 0 w 4937060"/>
              <a:gd name="connsiteY0" fmla="*/ 0 h 5843634"/>
              <a:gd name="connsiteX1" fmla="*/ 4937060 w 4937060"/>
              <a:gd name="connsiteY1" fmla="*/ 0 h 5843634"/>
              <a:gd name="connsiteX2" fmla="*/ 4937060 w 4937060"/>
              <a:gd name="connsiteY2" fmla="*/ 5843634 h 5843634"/>
              <a:gd name="connsiteX3" fmla="*/ 0 w 4937060"/>
              <a:gd name="connsiteY3" fmla="*/ 5843634 h 5843634"/>
              <a:gd name="connsiteX4" fmla="*/ 0 w 4937060"/>
              <a:gd name="connsiteY4" fmla="*/ 0 h 5843634"/>
              <a:gd name="connsiteX0" fmla="*/ 0 w 4937060"/>
              <a:gd name="connsiteY0" fmla="*/ 3186 h 5846820"/>
              <a:gd name="connsiteX1" fmla="*/ 3593274 w 4937060"/>
              <a:gd name="connsiteY1" fmla="*/ 0 h 5846820"/>
              <a:gd name="connsiteX2" fmla="*/ 4937060 w 4937060"/>
              <a:gd name="connsiteY2" fmla="*/ 5846820 h 5846820"/>
              <a:gd name="connsiteX3" fmla="*/ 0 w 4937060"/>
              <a:gd name="connsiteY3" fmla="*/ 5846820 h 5846820"/>
              <a:gd name="connsiteX4" fmla="*/ 0 w 4937060"/>
              <a:gd name="connsiteY4" fmla="*/ 3186 h 5846820"/>
              <a:gd name="connsiteX0" fmla="*/ 0 w 4743438"/>
              <a:gd name="connsiteY0" fmla="*/ 3186 h 5846820"/>
              <a:gd name="connsiteX1" fmla="*/ 3593274 w 4743438"/>
              <a:gd name="connsiteY1" fmla="*/ 0 h 5846820"/>
              <a:gd name="connsiteX2" fmla="*/ 4743438 w 4743438"/>
              <a:gd name="connsiteY2" fmla="*/ 4302594 h 5846820"/>
              <a:gd name="connsiteX3" fmla="*/ 0 w 4743438"/>
              <a:gd name="connsiteY3" fmla="*/ 5846820 h 5846820"/>
              <a:gd name="connsiteX4" fmla="*/ 0 w 4743438"/>
              <a:gd name="connsiteY4" fmla="*/ 3186 h 5846820"/>
              <a:gd name="connsiteX0" fmla="*/ 0 w 4743438"/>
              <a:gd name="connsiteY0" fmla="*/ 3186 h 5570800"/>
              <a:gd name="connsiteX1" fmla="*/ 3593274 w 4743438"/>
              <a:gd name="connsiteY1" fmla="*/ 0 h 5570800"/>
              <a:gd name="connsiteX2" fmla="*/ 4743438 w 4743438"/>
              <a:gd name="connsiteY2" fmla="*/ 4302594 h 5570800"/>
              <a:gd name="connsiteX3" fmla="*/ 3093 w 4743438"/>
              <a:gd name="connsiteY3" fmla="*/ 5570800 h 5570800"/>
              <a:gd name="connsiteX4" fmla="*/ 0 w 4743438"/>
              <a:gd name="connsiteY4" fmla="*/ 3186 h 557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38" h="5570800">
                <a:moveTo>
                  <a:pt x="0" y="3186"/>
                </a:moveTo>
                <a:lnTo>
                  <a:pt x="3593274" y="0"/>
                </a:lnTo>
                <a:lnTo>
                  <a:pt x="4743438" y="4302594"/>
                </a:lnTo>
                <a:lnTo>
                  <a:pt x="3093" y="5570800"/>
                </a:lnTo>
                <a:lnTo>
                  <a:pt x="0" y="3186"/>
                </a:lnTo>
                <a:close/>
              </a:path>
            </a:pathLst>
          </a:custGeom>
          <a:solidFill>
            <a:srgbClr val="005A9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kzidenz-Grotesk Next Regular"/>
              <a:ea typeface="+mn-ea"/>
              <a:cs typeface="+mn-cs"/>
            </a:endParaRPr>
          </a:p>
        </p:txBody>
      </p:sp>
    </p:spTree>
    <p:extLst>
      <p:ext uri="{BB962C8B-B14F-4D97-AF65-F5344CB8AC3E}">
        <p14:creationId xmlns:p14="http://schemas.microsoft.com/office/powerpoint/2010/main" val="1156308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51051" y="426565"/>
            <a:ext cx="9401175" cy="644525"/>
          </a:xfrm>
          <a:prstGeom prst="rect">
            <a:avLst/>
          </a:prstGeom>
        </p:spPr>
        <p:txBody>
          <a:bodyPr/>
          <a:lstStyle>
            <a:lvl1pPr>
              <a:defRPr sz="3200" b="1"/>
            </a:lvl1pPr>
          </a:lstStyle>
          <a:p>
            <a:r>
              <a:rPr lang="de-DE"/>
              <a:t>Titelmasterformat durch Klicken bearbeiten</a:t>
            </a:r>
          </a:p>
        </p:txBody>
      </p:sp>
      <p:sp>
        <p:nvSpPr>
          <p:cNvPr id="7" name="Textplatzhalter 6"/>
          <p:cNvSpPr>
            <a:spLocks noGrp="1"/>
          </p:cNvSpPr>
          <p:nvPr>
            <p:ph type="body" sz="quarter" idx="10"/>
          </p:nvPr>
        </p:nvSpPr>
        <p:spPr>
          <a:xfrm>
            <a:off x="350838" y="1658364"/>
            <a:ext cx="11507787" cy="3941157"/>
          </a:xfrm>
          <a:prstGeom prst="rect">
            <a:avLst/>
          </a:prstGeo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1982192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51051" y="426565"/>
            <a:ext cx="9401175" cy="644525"/>
          </a:xfrm>
          <a:prstGeom prst="rect">
            <a:avLst/>
          </a:prstGeom>
        </p:spPr>
        <p:txBody>
          <a:bodyPr/>
          <a:lstStyle>
            <a:lvl1pPr>
              <a:defRPr sz="3200" b="1"/>
            </a:lvl1pPr>
          </a:lstStyle>
          <a:p>
            <a:r>
              <a:rPr lang="de-DE"/>
              <a:t>Titelmasterformat durch Klicken bearbeiten</a:t>
            </a:r>
          </a:p>
        </p:txBody>
      </p:sp>
      <p:sp>
        <p:nvSpPr>
          <p:cNvPr id="3" name="Inhaltsplatzhalter 2"/>
          <p:cNvSpPr>
            <a:spLocks noGrp="1"/>
          </p:cNvSpPr>
          <p:nvPr>
            <p:ph idx="1"/>
          </p:nvPr>
        </p:nvSpPr>
        <p:spPr>
          <a:xfrm>
            <a:off x="351052" y="1652705"/>
            <a:ext cx="11496675" cy="3946817"/>
          </a:xfrm>
          <a:prstGeom prst="rect">
            <a:avLst/>
          </a:prstGeo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41115910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p:nvPr>
        </p:nvSpPr>
        <p:spPr>
          <a:xfrm>
            <a:off x="348006" y="1639492"/>
            <a:ext cx="5487185" cy="3941175"/>
          </a:xfrm>
          <a:prstGeom prst="rect">
            <a:avLst/>
          </a:prstGeo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381946" y="1620640"/>
            <a:ext cx="5480905" cy="3960028"/>
          </a:xfrm>
          <a:prstGeom prst="rect">
            <a:avLst/>
          </a:prstGeo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9" name="Titel 1"/>
          <p:cNvSpPr>
            <a:spLocks noGrp="1"/>
          </p:cNvSpPr>
          <p:nvPr>
            <p:ph type="title"/>
          </p:nvPr>
        </p:nvSpPr>
        <p:spPr>
          <a:xfrm>
            <a:off x="351051" y="426565"/>
            <a:ext cx="9401175" cy="644525"/>
          </a:xfrm>
          <a:prstGeom prst="rect">
            <a:avLst/>
          </a:prstGeom>
        </p:spPr>
        <p:txBody>
          <a:bodyPr/>
          <a:lstStyle>
            <a:lvl1pPr>
              <a:defRPr sz="3200" b="1"/>
            </a:lvl1pPr>
          </a:lstStyle>
          <a:p>
            <a:r>
              <a:rPr lang="de-DE"/>
              <a:t>Titelmasterformat durch Klicken bearbeiten</a:t>
            </a:r>
          </a:p>
        </p:txBody>
      </p:sp>
    </p:spTree>
    <p:extLst>
      <p:ext uri="{BB962C8B-B14F-4D97-AF65-F5344CB8AC3E}">
        <p14:creationId xmlns:p14="http://schemas.microsoft.com/office/powerpoint/2010/main" val="10638704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Leerfoli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56115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Zwischentitel / Kapitel / neuer Abschnitt">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a:prstGeom prst="rect">
            <a:avLst/>
          </a:prstGeom>
        </p:spPr>
        <p:txBody>
          <a:bodyPr anchor="b"/>
          <a:lstStyle>
            <a:lvl1pPr algn="ctr">
              <a:defRPr sz="4400"/>
            </a:lvl1pPr>
          </a:lstStyle>
          <a:p>
            <a:r>
              <a:rPr lang="de-DE"/>
              <a:t>Titelmasterformat durch Klicken bearbeiten</a:t>
            </a:r>
          </a:p>
        </p:txBody>
      </p:sp>
      <p:sp>
        <p:nvSpPr>
          <p:cNvPr id="3" name="Untertitel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Tree>
    <p:extLst>
      <p:ext uri="{BB962C8B-B14F-4D97-AF65-F5344CB8AC3E}">
        <p14:creationId xmlns:p14="http://schemas.microsoft.com/office/powerpoint/2010/main" val="13751036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sp>
        <p:nvSpPr>
          <p:cNvPr id="11" name="Titelplatzhalter 16"/>
          <p:cNvSpPr>
            <a:spLocks noGrp="1"/>
          </p:cNvSpPr>
          <p:nvPr>
            <p:ph type="title"/>
          </p:nvPr>
        </p:nvSpPr>
        <p:spPr>
          <a:xfrm>
            <a:off x="393600" y="406800"/>
            <a:ext cx="9753600" cy="327600"/>
          </a:xfrm>
          <a:prstGeom prst="rect">
            <a:avLst/>
          </a:prstGeom>
        </p:spPr>
        <p:txBody>
          <a:bodyPr rtlCol="0">
            <a:normAutofit/>
          </a:bodyPr>
          <a:lstStyle/>
          <a:p>
            <a:r>
              <a:rPr lang="de-DE"/>
              <a:t>Mastertitelformat bearbeiten</a:t>
            </a:r>
          </a:p>
        </p:txBody>
      </p:sp>
      <p:sp>
        <p:nvSpPr>
          <p:cNvPr id="17" name="Subtitle 2"/>
          <p:cNvSpPr>
            <a:spLocks noGrp="1"/>
          </p:cNvSpPr>
          <p:nvPr>
            <p:ph type="subTitle" idx="1"/>
          </p:nvPr>
        </p:nvSpPr>
        <p:spPr>
          <a:xfrm>
            <a:off x="393600" y="745067"/>
            <a:ext cx="9753600" cy="342054"/>
          </a:xfrm>
        </p:spPr>
        <p:txBody>
          <a:bodyPr>
            <a:normAutofit/>
          </a:bodyPr>
          <a:lstStyle>
            <a:lvl1pPr marL="0" indent="0" algn="l">
              <a:buNone/>
              <a:defRPr sz="1600" b="0" i="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a:p>
        </p:txBody>
      </p:sp>
      <p:sp>
        <p:nvSpPr>
          <p:cNvPr id="4" name="Foliennummernplatzhalter 10"/>
          <p:cNvSpPr>
            <a:spLocks noGrp="1"/>
          </p:cNvSpPr>
          <p:nvPr>
            <p:ph type="sldNum" sz="quarter" idx="10"/>
          </p:nvPr>
        </p:nvSpPr>
        <p:spPr/>
        <p:txBody>
          <a:bodyPr/>
          <a:lstStyle>
            <a:lvl1pPr>
              <a:defRPr/>
            </a:lvl1pPr>
          </a:lstStyle>
          <a:p>
            <a:pPr>
              <a:defRPr/>
            </a:pPr>
            <a:fld id="{14D8FB2E-9454-CC40-B155-B924620EFC86}" type="slidenum">
              <a:rPr lang="de-DE"/>
              <a:pPr>
                <a:defRPr/>
              </a:pPr>
              <a:t>‹#›</a:t>
            </a:fld>
            <a:endParaRPr lang="de-DE"/>
          </a:p>
        </p:txBody>
      </p:sp>
    </p:spTree>
    <p:extLst>
      <p:ext uri="{BB962C8B-B14F-4D97-AF65-F5344CB8AC3E}">
        <p14:creationId xmlns:p14="http://schemas.microsoft.com/office/powerpoint/2010/main" val="22638642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24" name="Textplatzhalter 22"/>
          <p:cNvSpPr>
            <a:spLocks noGrp="1"/>
          </p:cNvSpPr>
          <p:nvPr>
            <p:ph type="body" sz="quarter" idx="15"/>
          </p:nvPr>
        </p:nvSpPr>
        <p:spPr>
          <a:xfrm>
            <a:off x="632033" y="1770964"/>
            <a:ext cx="11064000" cy="4740451"/>
          </a:xfrm>
          <a:prstGeom prst="rect">
            <a:avLst/>
          </a:prstGeom>
        </p:spPr>
        <p:txBody>
          <a:bodyPr/>
          <a:lstStyle>
            <a:lvl1pPr marL="0" indent="0">
              <a:lnSpc>
                <a:spcPct val="150000"/>
              </a:lnSpc>
              <a:spcBef>
                <a:spcPts val="0"/>
              </a:spcBef>
              <a:buSzPct val="100000"/>
              <a:buFontTx/>
              <a:buNone/>
              <a:defRPr sz="1200" b="0" kern="0" baseline="0">
                <a:solidFill>
                  <a:schemeClr val="tx1"/>
                </a:solidFill>
                <a:latin typeface="Arial"/>
              </a:defRPr>
            </a:lvl1pPr>
            <a:lvl2pPr marL="742950" indent="-285750">
              <a:buSzPct val="100000"/>
              <a:buFontTx/>
              <a:buBlip>
                <a:blip r:embed="rId2"/>
              </a:buBlip>
              <a:defRPr sz="1400" baseline="0">
                <a:solidFill>
                  <a:schemeClr val="tx1"/>
                </a:solidFill>
                <a:latin typeface="Arial"/>
              </a:defRPr>
            </a:lvl2pPr>
            <a:lvl3pPr marL="1143000" indent="-228600">
              <a:buSzPct val="100000"/>
              <a:buFontTx/>
              <a:buBlip>
                <a:blip r:embed="rId2"/>
              </a:buBlip>
              <a:defRPr sz="1400" baseline="0">
                <a:solidFill>
                  <a:schemeClr val="tx1"/>
                </a:solidFill>
                <a:latin typeface="Arial"/>
              </a:defRPr>
            </a:lvl3pPr>
            <a:lvl4pPr marL="1600200" indent="-228600">
              <a:buSzPct val="100000"/>
              <a:buFontTx/>
              <a:buBlip>
                <a:blip r:embed="rId2"/>
              </a:buBlip>
              <a:defRPr sz="1400" baseline="0">
                <a:solidFill>
                  <a:schemeClr val="tx1"/>
                </a:solidFill>
                <a:latin typeface="Arial"/>
              </a:defRPr>
            </a:lvl4pPr>
            <a:lvl5pPr marL="2057400" indent="-228600">
              <a:buSzPct val="100000"/>
              <a:buFontTx/>
              <a:buBlip>
                <a:blip r:embed="rId2"/>
              </a:buBlip>
              <a:defRPr sz="1400" baseline="0">
                <a:solidFill>
                  <a:schemeClr val="tx1"/>
                </a:solidFill>
                <a:latin typeface="Arial"/>
              </a:defRPr>
            </a:lvl5pPr>
          </a:lstStyle>
          <a:p>
            <a:pPr lvl="0"/>
            <a:endParaRPr lang="ro-RO"/>
          </a:p>
        </p:txBody>
      </p:sp>
      <p:sp>
        <p:nvSpPr>
          <p:cNvPr id="15" name="Titelplatzhalter 16"/>
          <p:cNvSpPr>
            <a:spLocks noGrp="1"/>
          </p:cNvSpPr>
          <p:nvPr>
            <p:ph type="title"/>
          </p:nvPr>
        </p:nvSpPr>
        <p:spPr>
          <a:xfrm>
            <a:off x="393600" y="406800"/>
            <a:ext cx="9753600" cy="327600"/>
          </a:xfrm>
          <a:prstGeom prst="rect">
            <a:avLst/>
          </a:prstGeom>
        </p:spPr>
        <p:txBody>
          <a:bodyPr rtlCol="0">
            <a:normAutofit/>
          </a:bodyPr>
          <a:lstStyle/>
          <a:p>
            <a:r>
              <a:rPr lang="de-DE"/>
              <a:t>Mastertitelformat bearbeiten</a:t>
            </a:r>
          </a:p>
        </p:txBody>
      </p:sp>
      <p:sp>
        <p:nvSpPr>
          <p:cNvPr id="8" name="Subtitle 2"/>
          <p:cNvSpPr>
            <a:spLocks noGrp="1"/>
          </p:cNvSpPr>
          <p:nvPr>
            <p:ph type="subTitle" idx="1"/>
          </p:nvPr>
        </p:nvSpPr>
        <p:spPr>
          <a:xfrm>
            <a:off x="393600" y="745067"/>
            <a:ext cx="9753600" cy="342054"/>
          </a:xfrm>
        </p:spPr>
        <p:txBody>
          <a:bodyPr>
            <a:normAutofit/>
          </a:bodyPr>
          <a:lstStyle>
            <a:lvl1pPr marL="0" indent="0" algn="l">
              <a:buNone/>
              <a:defRPr sz="1600" b="0" i="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a:p>
        </p:txBody>
      </p:sp>
      <p:sp>
        <p:nvSpPr>
          <p:cNvPr id="5" name="Foliennummernplatzhalter 10"/>
          <p:cNvSpPr>
            <a:spLocks noGrp="1"/>
          </p:cNvSpPr>
          <p:nvPr>
            <p:ph type="sldNum" sz="quarter" idx="16"/>
          </p:nvPr>
        </p:nvSpPr>
        <p:spPr/>
        <p:txBody>
          <a:bodyPr/>
          <a:lstStyle>
            <a:lvl1pPr>
              <a:defRPr/>
            </a:lvl1pPr>
          </a:lstStyle>
          <a:p>
            <a:pPr>
              <a:defRPr/>
            </a:pPr>
            <a:fld id="{FBA07125-F287-674A-B4D8-FED3251FDE20}" type="slidenum">
              <a:rPr lang="de-DE"/>
              <a:pPr>
                <a:defRPr/>
              </a:pPr>
              <a:t>‹#›</a:t>
            </a:fld>
            <a:endParaRPr lang="de-DE"/>
          </a:p>
        </p:txBody>
      </p:sp>
      <p:pic>
        <p:nvPicPr>
          <p:cNvPr id="2" name="Grafik 1">
            <a:extLst>
              <a:ext uri="{FF2B5EF4-FFF2-40B4-BE49-F238E27FC236}">
                <a16:creationId xmlns:a16="http://schemas.microsoft.com/office/drawing/2014/main" id="{401C0FF0-7DE2-2B0A-9495-E7604AF15683}"/>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041816" y="346585"/>
            <a:ext cx="755370" cy="613908"/>
          </a:xfrm>
          <a:prstGeom prst="rect">
            <a:avLst/>
          </a:prstGeom>
        </p:spPr>
      </p:pic>
    </p:spTree>
    <p:extLst>
      <p:ext uri="{BB962C8B-B14F-4D97-AF65-F5344CB8AC3E}">
        <p14:creationId xmlns:p14="http://schemas.microsoft.com/office/powerpoint/2010/main" val="41045192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 Aufzählung">
    <p:spTree>
      <p:nvGrpSpPr>
        <p:cNvPr id="1" name=""/>
        <p:cNvGrpSpPr/>
        <p:nvPr/>
      </p:nvGrpSpPr>
      <p:grpSpPr>
        <a:xfrm>
          <a:off x="0" y="0"/>
          <a:ext cx="0" cy="0"/>
          <a:chOff x="0" y="0"/>
          <a:chExt cx="0" cy="0"/>
        </a:xfrm>
      </p:grpSpPr>
      <p:sp>
        <p:nvSpPr>
          <p:cNvPr id="24" name="Textplatzhalter 22"/>
          <p:cNvSpPr>
            <a:spLocks noGrp="1"/>
          </p:cNvSpPr>
          <p:nvPr>
            <p:ph type="body" sz="quarter" idx="15"/>
          </p:nvPr>
        </p:nvSpPr>
        <p:spPr>
          <a:xfrm>
            <a:off x="632033" y="1770960"/>
            <a:ext cx="11064000" cy="1064366"/>
          </a:xfrm>
          <a:prstGeom prst="rect">
            <a:avLst/>
          </a:prstGeom>
        </p:spPr>
        <p:txBody>
          <a:bodyPr/>
          <a:lstStyle>
            <a:lvl1pPr marL="0" indent="0">
              <a:lnSpc>
                <a:spcPct val="150000"/>
              </a:lnSpc>
              <a:spcBef>
                <a:spcPts val="0"/>
              </a:spcBef>
              <a:buSzPct val="100000"/>
              <a:buFontTx/>
              <a:buNone/>
              <a:defRPr sz="1200" b="0" baseline="0">
                <a:solidFill>
                  <a:schemeClr val="tx1"/>
                </a:solidFill>
                <a:latin typeface="Arial"/>
              </a:defRPr>
            </a:lvl1pPr>
            <a:lvl2pPr marL="742950" indent="-285750">
              <a:buSzPct val="100000"/>
              <a:buFontTx/>
              <a:buBlip>
                <a:blip r:embed="rId2"/>
              </a:buBlip>
              <a:defRPr sz="1400" baseline="0">
                <a:solidFill>
                  <a:schemeClr val="tx1"/>
                </a:solidFill>
                <a:latin typeface="Arial"/>
              </a:defRPr>
            </a:lvl2pPr>
            <a:lvl3pPr marL="1143000" indent="-228600">
              <a:buSzPct val="100000"/>
              <a:buFontTx/>
              <a:buBlip>
                <a:blip r:embed="rId2"/>
              </a:buBlip>
              <a:defRPr sz="1400" baseline="0">
                <a:solidFill>
                  <a:schemeClr val="tx1"/>
                </a:solidFill>
                <a:latin typeface="Arial"/>
              </a:defRPr>
            </a:lvl3pPr>
            <a:lvl4pPr marL="1600200" indent="-228600">
              <a:buSzPct val="100000"/>
              <a:buFontTx/>
              <a:buBlip>
                <a:blip r:embed="rId2"/>
              </a:buBlip>
              <a:defRPr sz="1400" baseline="0">
                <a:solidFill>
                  <a:schemeClr val="tx1"/>
                </a:solidFill>
                <a:latin typeface="Arial"/>
              </a:defRPr>
            </a:lvl4pPr>
            <a:lvl5pPr marL="2057400" indent="-228600">
              <a:buSzPct val="100000"/>
              <a:buFontTx/>
              <a:buBlip>
                <a:blip r:embed="rId2"/>
              </a:buBlip>
              <a:defRPr sz="1400" baseline="0">
                <a:solidFill>
                  <a:schemeClr val="tx1"/>
                </a:solidFill>
                <a:latin typeface="Arial"/>
              </a:defRPr>
            </a:lvl5pPr>
          </a:lstStyle>
          <a:p>
            <a:pPr lvl="0"/>
            <a:endParaRPr lang="ro-RO"/>
          </a:p>
        </p:txBody>
      </p:sp>
      <p:sp>
        <p:nvSpPr>
          <p:cNvPr id="20" name="Textplatzhalter 15"/>
          <p:cNvSpPr>
            <a:spLocks noGrp="1"/>
          </p:cNvSpPr>
          <p:nvPr>
            <p:ph type="body" sz="quarter" idx="19"/>
          </p:nvPr>
        </p:nvSpPr>
        <p:spPr>
          <a:xfrm>
            <a:off x="632884" y="2978941"/>
            <a:ext cx="11063816" cy="3528000"/>
          </a:xfrm>
          <a:prstGeom prst="rect">
            <a:avLst/>
          </a:prstGeom>
        </p:spPr>
        <p:txBody>
          <a:bodyPr/>
          <a:lstStyle>
            <a:lvl1pPr marL="0" indent="360000">
              <a:lnSpc>
                <a:spcPct val="150000"/>
              </a:lnSpc>
              <a:spcBef>
                <a:spcPts val="0"/>
              </a:spcBef>
              <a:defRPr sz="1600" b="1" kern="0"/>
            </a:lvl1pPr>
            <a:lvl2pPr marL="360000" indent="360000">
              <a:lnSpc>
                <a:spcPct val="150000"/>
              </a:lnSpc>
              <a:spcBef>
                <a:spcPts val="0"/>
              </a:spcBef>
              <a:defRPr sz="1600" kern="0"/>
            </a:lvl2pPr>
            <a:lvl3pPr marL="720000" indent="360000">
              <a:lnSpc>
                <a:spcPct val="150000"/>
              </a:lnSpc>
              <a:spcBef>
                <a:spcPts val="0"/>
              </a:spcBef>
              <a:defRPr sz="1600" kern="0"/>
            </a:lvl3pPr>
            <a:lvl4pPr marL="1080000" indent="360000">
              <a:lnSpc>
                <a:spcPct val="150000"/>
              </a:lnSpc>
              <a:spcBef>
                <a:spcPts val="0"/>
              </a:spcBef>
              <a:defRPr sz="1600" kern="0"/>
            </a:lvl4pPr>
            <a:lvl5pPr marL="1440000" indent="360000">
              <a:lnSpc>
                <a:spcPct val="150000"/>
              </a:lnSpc>
              <a:spcBef>
                <a:spcPts val="0"/>
              </a:spcBef>
              <a:defRPr sz="1600" kern="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5" name="Titelplatzhalter 16"/>
          <p:cNvSpPr>
            <a:spLocks noGrp="1"/>
          </p:cNvSpPr>
          <p:nvPr>
            <p:ph type="title"/>
          </p:nvPr>
        </p:nvSpPr>
        <p:spPr>
          <a:xfrm>
            <a:off x="393600" y="406800"/>
            <a:ext cx="9753600" cy="327600"/>
          </a:xfrm>
          <a:prstGeom prst="rect">
            <a:avLst/>
          </a:prstGeom>
        </p:spPr>
        <p:txBody>
          <a:bodyPr rtlCol="0">
            <a:normAutofit/>
          </a:bodyPr>
          <a:lstStyle/>
          <a:p>
            <a:r>
              <a:rPr lang="de-DE"/>
              <a:t>Mastertitelformat bearbeiten</a:t>
            </a:r>
          </a:p>
        </p:txBody>
      </p:sp>
      <p:sp>
        <p:nvSpPr>
          <p:cNvPr id="12" name="Subtitle 2"/>
          <p:cNvSpPr>
            <a:spLocks noGrp="1"/>
          </p:cNvSpPr>
          <p:nvPr>
            <p:ph type="subTitle" idx="1"/>
          </p:nvPr>
        </p:nvSpPr>
        <p:spPr>
          <a:xfrm>
            <a:off x="393600" y="745067"/>
            <a:ext cx="9753600" cy="342054"/>
          </a:xfrm>
        </p:spPr>
        <p:txBody>
          <a:bodyPr>
            <a:normAutofit/>
          </a:bodyPr>
          <a:lstStyle>
            <a:lvl1pPr marL="0" indent="0" algn="l">
              <a:buNone/>
              <a:defRPr sz="1600" b="0" i="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a:p>
        </p:txBody>
      </p:sp>
      <p:sp>
        <p:nvSpPr>
          <p:cNvPr id="6" name="Foliennummernplatzhalter 10"/>
          <p:cNvSpPr>
            <a:spLocks noGrp="1"/>
          </p:cNvSpPr>
          <p:nvPr>
            <p:ph type="sldNum" sz="quarter" idx="20"/>
          </p:nvPr>
        </p:nvSpPr>
        <p:spPr/>
        <p:txBody>
          <a:bodyPr/>
          <a:lstStyle>
            <a:lvl1pPr>
              <a:defRPr/>
            </a:lvl1pPr>
          </a:lstStyle>
          <a:p>
            <a:pPr>
              <a:defRPr/>
            </a:pPr>
            <a:fld id="{734D81EC-8C31-054F-B717-4ACEB33BE349}" type="slidenum">
              <a:rPr lang="de-DE"/>
              <a:pPr>
                <a:defRPr/>
              </a:pPr>
              <a:t>‹#›</a:t>
            </a:fld>
            <a:endParaRPr lang="de-DE"/>
          </a:p>
        </p:txBody>
      </p:sp>
    </p:spTree>
    <p:extLst>
      <p:ext uri="{BB962C8B-B14F-4D97-AF65-F5344CB8AC3E}">
        <p14:creationId xmlns:p14="http://schemas.microsoft.com/office/powerpoint/2010/main" val="13927556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ufzählung">
    <p:spTree>
      <p:nvGrpSpPr>
        <p:cNvPr id="1" name=""/>
        <p:cNvGrpSpPr/>
        <p:nvPr/>
      </p:nvGrpSpPr>
      <p:grpSpPr>
        <a:xfrm>
          <a:off x="0" y="0"/>
          <a:ext cx="0" cy="0"/>
          <a:chOff x="0" y="0"/>
          <a:chExt cx="0" cy="0"/>
        </a:xfrm>
      </p:grpSpPr>
      <p:sp>
        <p:nvSpPr>
          <p:cNvPr id="17" name="Textplatzhalter 15"/>
          <p:cNvSpPr>
            <a:spLocks noGrp="1"/>
          </p:cNvSpPr>
          <p:nvPr>
            <p:ph type="body" sz="quarter" idx="19"/>
          </p:nvPr>
        </p:nvSpPr>
        <p:spPr>
          <a:xfrm>
            <a:off x="632884" y="1766888"/>
            <a:ext cx="11063816" cy="4741200"/>
          </a:xfrm>
          <a:prstGeom prst="rect">
            <a:avLst/>
          </a:prstGeom>
        </p:spPr>
        <p:txBody>
          <a:bodyPr>
            <a:normAutofit/>
          </a:bodyPr>
          <a:lstStyle>
            <a:lvl1pPr marL="0" indent="360000">
              <a:lnSpc>
                <a:spcPct val="150000"/>
              </a:lnSpc>
              <a:spcBef>
                <a:spcPts val="0"/>
              </a:spcBef>
              <a:defRPr sz="1800" b="1" kern="0"/>
            </a:lvl1pPr>
            <a:lvl2pPr marL="360000" indent="360000">
              <a:lnSpc>
                <a:spcPct val="150000"/>
              </a:lnSpc>
              <a:spcBef>
                <a:spcPts val="0"/>
              </a:spcBef>
              <a:defRPr sz="1800" kern="0"/>
            </a:lvl2pPr>
            <a:lvl3pPr marL="720000" indent="360000">
              <a:lnSpc>
                <a:spcPct val="150000"/>
              </a:lnSpc>
              <a:spcBef>
                <a:spcPts val="0"/>
              </a:spcBef>
              <a:defRPr sz="1800" kern="0"/>
            </a:lvl3pPr>
            <a:lvl4pPr marL="1080000" indent="360000">
              <a:lnSpc>
                <a:spcPct val="150000"/>
              </a:lnSpc>
              <a:spcBef>
                <a:spcPts val="0"/>
              </a:spcBef>
              <a:defRPr sz="1800" kern="0"/>
            </a:lvl4pPr>
            <a:lvl5pPr marL="1440000" indent="360000">
              <a:lnSpc>
                <a:spcPct val="150000"/>
              </a:lnSpc>
              <a:spcBef>
                <a:spcPts val="0"/>
              </a:spcBef>
              <a:defRPr sz="1800" kern="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0" name="Titelplatzhalter 16"/>
          <p:cNvSpPr>
            <a:spLocks noGrp="1"/>
          </p:cNvSpPr>
          <p:nvPr>
            <p:ph type="title"/>
          </p:nvPr>
        </p:nvSpPr>
        <p:spPr>
          <a:xfrm>
            <a:off x="393600" y="406800"/>
            <a:ext cx="9753600" cy="327600"/>
          </a:xfrm>
          <a:prstGeom prst="rect">
            <a:avLst/>
          </a:prstGeom>
        </p:spPr>
        <p:txBody>
          <a:bodyPr rtlCol="0">
            <a:normAutofit/>
          </a:bodyPr>
          <a:lstStyle/>
          <a:p>
            <a:r>
              <a:rPr lang="de-DE"/>
              <a:t>Mastertitelformat bearbeiten</a:t>
            </a:r>
          </a:p>
        </p:txBody>
      </p:sp>
      <p:sp>
        <p:nvSpPr>
          <p:cNvPr id="10" name="Subtitle 2"/>
          <p:cNvSpPr>
            <a:spLocks noGrp="1"/>
          </p:cNvSpPr>
          <p:nvPr>
            <p:ph type="subTitle" idx="1"/>
          </p:nvPr>
        </p:nvSpPr>
        <p:spPr>
          <a:xfrm>
            <a:off x="393600" y="745067"/>
            <a:ext cx="9753600" cy="342054"/>
          </a:xfrm>
        </p:spPr>
        <p:txBody>
          <a:bodyPr>
            <a:normAutofit/>
          </a:bodyPr>
          <a:lstStyle>
            <a:lvl1pPr marL="0" indent="0" algn="l">
              <a:buNone/>
              <a:defRPr sz="1600" b="0" i="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a:p>
        </p:txBody>
      </p:sp>
      <p:sp>
        <p:nvSpPr>
          <p:cNvPr id="5" name="Foliennummernplatzhalter 10"/>
          <p:cNvSpPr>
            <a:spLocks noGrp="1"/>
          </p:cNvSpPr>
          <p:nvPr>
            <p:ph type="sldNum" sz="quarter" idx="20"/>
          </p:nvPr>
        </p:nvSpPr>
        <p:spPr/>
        <p:txBody>
          <a:bodyPr/>
          <a:lstStyle>
            <a:lvl1pPr>
              <a:defRPr/>
            </a:lvl1pPr>
          </a:lstStyle>
          <a:p>
            <a:pPr>
              <a:defRPr/>
            </a:pPr>
            <a:fld id="{14E9E765-94CE-0941-BE99-F43834E80C33}" type="slidenum">
              <a:rPr lang="de-DE"/>
              <a:pPr>
                <a:defRPr/>
              </a:pPr>
              <a:t>‹#›</a:t>
            </a:fld>
            <a:endParaRPr lang="de-DE"/>
          </a:p>
        </p:txBody>
      </p:sp>
    </p:spTree>
    <p:extLst>
      <p:ext uri="{BB962C8B-B14F-4D97-AF65-F5344CB8AC3E}">
        <p14:creationId xmlns:p14="http://schemas.microsoft.com/office/powerpoint/2010/main" val="28654211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ild">
    <p:spTree>
      <p:nvGrpSpPr>
        <p:cNvPr id="1" name=""/>
        <p:cNvGrpSpPr/>
        <p:nvPr/>
      </p:nvGrpSpPr>
      <p:grpSpPr>
        <a:xfrm>
          <a:off x="0" y="0"/>
          <a:ext cx="0" cy="0"/>
          <a:chOff x="0" y="0"/>
          <a:chExt cx="0" cy="0"/>
        </a:xfrm>
      </p:grpSpPr>
      <p:sp>
        <p:nvSpPr>
          <p:cNvPr id="7" name="Bildplatzhalter 13"/>
          <p:cNvSpPr>
            <a:spLocks noGrp="1"/>
          </p:cNvSpPr>
          <p:nvPr>
            <p:ph type="pic" sz="quarter" idx="16"/>
          </p:nvPr>
        </p:nvSpPr>
        <p:spPr>
          <a:xfrm>
            <a:off x="633604" y="1767840"/>
            <a:ext cx="11055617" cy="4741200"/>
          </a:xfrm>
          <a:prstGeom prst="rect">
            <a:avLst/>
          </a:prstGeom>
        </p:spPr>
        <p:txBody>
          <a:bodyPr rtlCol="0">
            <a:normAutofit/>
          </a:bodyPr>
          <a:lstStyle>
            <a:lvl1pPr marL="0" indent="0">
              <a:buFontTx/>
              <a:buNone/>
              <a:defRPr/>
            </a:lvl1pPr>
          </a:lstStyle>
          <a:p>
            <a:pPr lvl="0"/>
            <a:endParaRPr lang="de-DE" noProof="0"/>
          </a:p>
        </p:txBody>
      </p:sp>
      <p:sp>
        <p:nvSpPr>
          <p:cNvPr id="14" name="Titelplatzhalter 16"/>
          <p:cNvSpPr>
            <a:spLocks noGrp="1"/>
          </p:cNvSpPr>
          <p:nvPr>
            <p:ph type="title"/>
          </p:nvPr>
        </p:nvSpPr>
        <p:spPr>
          <a:xfrm>
            <a:off x="393600" y="406800"/>
            <a:ext cx="9753600" cy="327600"/>
          </a:xfrm>
          <a:prstGeom prst="rect">
            <a:avLst/>
          </a:prstGeom>
        </p:spPr>
        <p:txBody>
          <a:bodyPr rtlCol="0">
            <a:normAutofit/>
          </a:bodyPr>
          <a:lstStyle/>
          <a:p>
            <a:r>
              <a:rPr lang="de-DE"/>
              <a:t>Mastertitelformat bearbeiten</a:t>
            </a:r>
          </a:p>
        </p:txBody>
      </p:sp>
      <p:sp>
        <p:nvSpPr>
          <p:cNvPr id="15" name="Subtitle 2"/>
          <p:cNvSpPr>
            <a:spLocks noGrp="1"/>
          </p:cNvSpPr>
          <p:nvPr>
            <p:ph type="subTitle" idx="1"/>
          </p:nvPr>
        </p:nvSpPr>
        <p:spPr>
          <a:xfrm>
            <a:off x="393600" y="745067"/>
            <a:ext cx="9753600" cy="342054"/>
          </a:xfrm>
        </p:spPr>
        <p:txBody>
          <a:bodyPr>
            <a:normAutofit/>
          </a:bodyPr>
          <a:lstStyle>
            <a:lvl1pPr marL="0" indent="0" algn="l">
              <a:buNone/>
              <a:defRPr sz="1600" b="0" i="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a:p>
        </p:txBody>
      </p:sp>
      <p:sp>
        <p:nvSpPr>
          <p:cNvPr id="5" name="Foliennummernplatzhalter 10"/>
          <p:cNvSpPr>
            <a:spLocks noGrp="1"/>
          </p:cNvSpPr>
          <p:nvPr>
            <p:ph type="sldNum" sz="quarter" idx="17"/>
          </p:nvPr>
        </p:nvSpPr>
        <p:spPr/>
        <p:txBody>
          <a:bodyPr/>
          <a:lstStyle>
            <a:lvl1pPr>
              <a:defRPr/>
            </a:lvl1pPr>
          </a:lstStyle>
          <a:p>
            <a:pPr>
              <a:defRPr/>
            </a:pPr>
            <a:fld id="{2EA4BB87-D65B-B741-90D0-3BFE1FF2D190}" type="slidenum">
              <a:rPr lang="de-DE"/>
              <a:pPr>
                <a:defRPr/>
              </a:pPr>
              <a:t>‹#›</a:t>
            </a:fld>
            <a:endParaRPr lang="de-DE"/>
          </a:p>
        </p:txBody>
      </p:sp>
    </p:spTree>
    <p:extLst>
      <p:ext uri="{BB962C8B-B14F-4D97-AF65-F5344CB8AC3E}">
        <p14:creationId xmlns:p14="http://schemas.microsoft.com/office/powerpoint/2010/main" val="7494769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Bild">
    <p:spTree>
      <p:nvGrpSpPr>
        <p:cNvPr id="1" name=""/>
        <p:cNvGrpSpPr/>
        <p:nvPr/>
      </p:nvGrpSpPr>
      <p:grpSpPr>
        <a:xfrm>
          <a:off x="0" y="0"/>
          <a:ext cx="0" cy="0"/>
          <a:chOff x="0" y="0"/>
          <a:chExt cx="0" cy="0"/>
        </a:xfrm>
      </p:grpSpPr>
      <p:sp>
        <p:nvSpPr>
          <p:cNvPr id="12" name="Textplatzhalter 22"/>
          <p:cNvSpPr>
            <a:spLocks noGrp="1"/>
          </p:cNvSpPr>
          <p:nvPr>
            <p:ph type="body" sz="quarter" idx="15"/>
          </p:nvPr>
        </p:nvSpPr>
        <p:spPr>
          <a:xfrm>
            <a:off x="632038" y="1770964"/>
            <a:ext cx="5402103" cy="4740451"/>
          </a:xfrm>
          <a:prstGeom prst="rect">
            <a:avLst/>
          </a:prstGeom>
        </p:spPr>
        <p:txBody>
          <a:bodyPr/>
          <a:lstStyle>
            <a:lvl1pPr marL="0" indent="0">
              <a:lnSpc>
                <a:spcPct val="150000"/>
              </a:lnSpc>
              <a:spcBef>
                <a:spcPts val="0"/>
              </a:spcBef>
              <a:buSzPct val="100000"/>
              <a:buFontTx/>
              <a:buNone/>
              <a:defRPr sz="1200" b="0" kern="0" baseline="0">
                <a:solidFill>
                  <a:schemeClr val="tx1"/>
                </a:solidFill>
                <a:latin typeface="Arial"/>
              </a:defRPr>
            </a:lvl1pPr>
            <a:lvl2pPr marL="742950" indent="-285750">
              <a:buSzPct val="100000"/>
              <a:buFontTx/>
              <a:buBlip>
                <a:blip r:embed="rId2"/>
              </a:buBlip>
              <a:defRPr sz="1400" baseline="0">
                <a:solidFill>
                  <a:schemeClr val="tx1"/>
                </a:solidFill>
                <a:latin typeface="Arial"/>
              </a:defRPr>
            </a:lvl2pPr>
            <a:lvl3pPr marL="1143000" indent="-228600">
              <a:buSzPct val="100000"/>
              <a:buFontTx/>
              <a:buBlip>
                <a:blip r:embed="rId2"/>
              </a:buBlip>
              <a:defRPr sz="1400" baseline="0">
                <a:solidFill>
                  <a:schemeClr val="tx1"/>
                </a:solidFill>
                <a:latin typeface="Arial"/>
              </a:defRPr>
            </a:lvl3pPr>
            <a:lvl4pPr marL="1600200" indent="-228600">
              <a:buSzPct val="100000"/>
              <a:buFontTx/>
              <a:buBlip>
                <a:blip r:embed="rId2"/>
              </a:buBlip>
              <a:defRPr sz="1400" baseline="0">
                <a:solidFill>
                  <a:schemeClr val="tx1"/>
                </a:solidFill>
                <a:latin typeface="Arial"/>
              </a:defRPr>
            </a:lvl4pPr>
            <a:lvl5pPr marL="2057400" indent="-228600">
              <a:buSzPct val="100000"/>
              <a:buFontTx/>
              <a:buBlip>
                <a:blip r:embed="rId2"/>
              </a:buBlip>
              <a:defRPr sz="1400" baseline="0">
                <a:solidFill>
                  <a:schemeClr val="tx1"/>
                </a:solidFill>
                <a:latin typeface="Arial"/>
              </a:defRPr>
            </a:lvl5pPr>
          </a:lstStyle>
          <a:p>
            <a:pPr lvl="0"/>
            <a:endParaRPr lang="ro-RO"/>
          </a:p>
        </p:txBody>
      </p:sp>
      <p:sp>
        <p:nvSpPr>
          <p:cNvPr id="14" name="Bildplatzhalter 13"/>
          <p:cNvSpPr>
            <a:spLocks noGrp="1"/>
          </p:cNvSpPr>
          <p:nvPr>
            <p:ph type="pic" sz="quarter" idx="16"/>
          </p:nvPr>
        </p:nvSpPr>
        <p:spPr>
          <a:xfrm>
            <a:off x="6308421" y="1771651"/>
            <a:ext cx="5380801" cy="4468502"/>
          </a:xfrm>
          <a:prstGeom prst="rect">
            <a:avLst/>
          </a:prstGeom>
        </p:spPr>
        <p:txBody>
          <a:bodyPr rtlCol="0">
            <a:normAutofit/>
          </a:bodyPr>
          <a:lstStyle>
            <a:lvl1pPr marL="0" indent="0">
              <a:buFontTx/>
              <a:buNone/>
              <a:defRPr/>
            </a:lvl1pPr>
          </a:lstStyle>
          <a:p>
            <a:pPr lvl="0"/>
            <a:endParaRPr lang="de-DE" noProof="0"/>
          </a:p>
        </p:txBody>
      </p:sp>
      <p:sp>
        <p:nvSpPr>
          <p:cNvPr id="15" name="Textplatzhalter 16"/>
          <p:cNvSpPr>
            <a:spLocks noGrp="1"/>
          </p:cNvSpPr>
          <p:nvPr>
            <p:ph type="body" sz="quarter" idx="17"/>
          </p:nvPr>
        </p:nvSpPr>
        <p:spPr>
          <a:xfrm>
            <a:off x="6308422" y="6398644"/>
            <a:ext cx="5380801" cy="112766"/>
          </a:xfrm>
          <a:prstGeom prst="rect">
            <a:avLst/>
          </a:prstGeom>
        </p:spPr>
        <p:txBody>
          <a:bodyPr/>
          <a:lstStyle>
            <a:lvl1pPr marL="0" indent="0">
              <a:lnSpc>
                <a:spcPct val="100000"/>
              </a:lnSpc>
              <a:spcBef>
                <a:spcPts val="0"/>
              </a:spcBef>
              <a:buNone/>
              <a:defRPr sz="1000" b="0" i="1" baseline="0">
                <a:solidFill>
                  <a:schemeClr val="tx1"/>
                </a:solidFill>
                <a:latin typeface="Arial"/>
              </a:defRPr>
            </a:lvl1pPr>
          </a:lstStyle>
          <a:p>
            <a:pPr lvl="0"/>
            <a:r>
              <a:rPr lang="de-DE"/>
              <a:t>Mastertextformat bearbeiten</a:t>
            </a:r>
          </a:p>
        </p:txBody>
      </p:sp>
      <p:sp>
        <p:nvSpPr>
          <p:cNvPr id="18" name="Titelplatzhalter 16"/>
          <p:cNvSpPr>
            <a:spLocks noGrp="1"/>
          </p:cNvSpPr>
          <p:nvPr>
            <p:ph type="title"/>
          </p:nvPr>
        </p:nvSpPr>
        <p:spPr>
          <a:xfrm>
            <a:off x="393600" y="406800"/>
            <a:ext cx="9753600" cy="327600"/>
          </a:xfrm>
          <a:prstGeom prst="rect">
            <a:avLst/>
          </a:prstGeom>
        </p:spPr>
        <p:txBody>
          <a:bodyPr rtlCol="0">
            <a:normAutofit/>
          </a:bodyPr>
          <a:lstStyle/>
          <a:p>
            <a:r>
              <a:rPr lang="de-DE"/>
              <a:t>Mastertitelformat bearbeiten</a:t>
            </a:r>
          </a:p>
        </p:txBody>
      </p:sp>
      <p:sp>
        <p:nvSpPr>
          <p:cNvPr id="13" name="Subtitle 2"/>
          <p:cNvSpPr>
            <a:spLocks noGrp="1"/>
          </p:cNvSpPr>
          <p:nvPr>
            <p:ph type="subTitle" idx="1"/>
          </p:nvPr>
        </p:nvSpPr>
        <p:spPr>
          <a:xfrm>
            <a:off x="393600" y="745067"/>
            <a:ext cx="9753600" cy="342054"/>
          </a:xfrm>
        </p:spPr>
        <p:txBody>
          <a:bodyPr>
            <a:normAutofit/>
          </a:bodyPr>
          <a:lstStyle>
            <a:lvl1pPr marL="0" indent="0" algn="l">
              <a:buNone/>
              <a:defRPr sz="1600" b="0" i="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a:p>
        </p:txBody>
      </p:sp>
      <p:sp>
        <p:nvSpPr>
          <p:cNvPr id="7" name="Foliennummernplatzhalter 10"/>
          <p:cNvSpPr>
            <a:spLocks noGrp="1"/>
          </p:cNvSpPr>
          <p:nvPr>
            <p:ph type="sldNum" sz="quarter" idx="18"/>
          </p:nvPr>
        </p:nvSpPr>
        <p:spPr/>
        <p:txBody>
          <a:bodyPr/>
          <a:lstStyle>
            <a:lvl1pPr>
              <a:defRPr/>
            </a:lvl1pPr>
          </a:lstStyle>
          <a:p>
            <a:pPr>
              <a:defRPr/>
            </a:pPr>
            <a:fld id="{20549947-ECEE-CD4E-8E00-25DB9EFCD1C0}" type="slidenum">
              <a:rPr lang="de-DE"/>
              <a:pPr>
                <a:defRPr/>
              </a:pPr>
              <a:t>‹#›</a:t>
            </a:fld>
            <a:endParaRPr lang="de-DE"/>
          </a:p>
        </p:txBody>
      </p:sp>
    </p:spTree>
    <p:extLst>
      <p:ext uri="{BB962C8B-B14F-4D97-AF65-F5344CB8AC3E}">
        <p14:creationId xmlns:p14="http://schemas.microsoft.com/office/powerpoint/2010/main" val="5846344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Bild+Bild">
    <p:spTree>
      <p:nvGrpSpPr>
        <p:cNvPr id="1" name=""/>
        <p:cNvGrpSpPr/>
        <p:nvPr/>
      </p:nvGrpSpPr>
      <p:grpSpPr>
        <a:xfrm>
          <a:off x="0" y="0"/>
          <a:ext cx="0" cy="0"/>
          <a:chOff x="0" y="0"/>
          <a:chExt cx="0" cy="0"/>
        </a:xfrm>
      </p:grpSpPr>
      <p:sp>
        <p:nvSpPr>
          <p:cNvPr id="14" name="Bildplatzhalter 13"/>
          <p:cNvSpPr>
            <a:spLocks noGrp="1"/>
          </p:cNvSpPr>
          <p:nvPr>
            <p:ph type="pic" sz="quarter" idx="16"/>
          </p:nvPr>
        </p:nvSpPr>
        <p:spPr>
          <a:xfrm>
            <a:off x="6308421" y="1771651"/>
            <a:ext cx="5380801" cy="4468502"/>
          </a:xfrm>
          <a:prstGeom prst="rect">
            <a:avLst/>
          </a:prstGeom>
        </p:spPr>
        <p:txBody>
          <a:bodyPr rtlCol="0">
            <a:normAutofit/>
          </a:bodyPr>
          <a:lstStyle>
            <a:lvl1pPr marL="0" indent="0">
              <a:buFontTx/>
              <a:buNone/>
              <a:defRPr/>
            </a:lvl1pPr>
          </a:lstStyle>
          <a:p>
            <a:pPr lvl="0"/>
            <a:endParaRPr lang="de-DE" noProof="0"/>
          </a:p>
        </p:txBody>
      </p:sp>
      <p:sp>
        <p:nvSpPr>
          <p:cNvPr id="15" name="Textplatzhalter 16"/>
          <p:cNvSpPr>
            <a:spLocks noGrp="1"/>
          </p:cNvSpPr>
          <p:nvPr>
            <p:ph type="body" sz="quarter" idx="17"/>
          </p:nvPr>
        </p:nvSpPr>
        <p:spPr>
          <a:xfrm>
            <a:off x="6308422" y="6398644"/>
            <a:ext cx="5380801" cy="112766"/>
          </a:xfrm>
          <a:prstGeom prst="rect">
            <a:avLst/>
          </a:prstGeom>
        </p:spPr>
        <p:txBody>
          <a:bodyPr/>
          <a:lstStyle>
            <a:lvl1pPr marL="0" indent="0">
              <a:lnSpc>
                <a:spcPct val="100000"/>
              </a:lnSpc>
              <a:spcBef>
                <a:spcPts val="0"/>
              </a:spcBef>
              <a:buNone/>
              <a:defRPr sz="1000" b="0" i="1" baseline="0">
                <a:solidFill>
                  <a:schemeClr val="tx1"/>
                </a:solidFill>
                <a:latin typeface="Arial"/>
              </a:defRPr>
            </a:lvl1pPr>
          </a:lstStyle>
          <a:p>
            <a:pPr lvl="0"/>
            <a:r>
              <a:rPr lang="de-DE"/>
              <a:t>Mastertextformat bearbeiten</a:t>
            </a:r>
          </a:p>
        </p:txBody>
      </p:sp>
      <p:sp>
        <p:nvSpPr>
          <p:cNvPr id="18" name="Titelplatzhalter 16"/>
          <p:cNvSpPr>
            <a:spLocks noGrp="1"/>
          </p:cNvSpPr>
          <p:nvPr>
            <p:ph type="title"/>
          </p:nvPr>
        </p:nvSpPr>
        <p:spPr>
          <a:xfrm>
            <a:off x="393600" y="406800"/>
            <a:ext cx="9753600" cy="327600"/>
          </a:xfrm>
          <a:prstGeom prst="rect">
            <a:avLst/>
          </a:prstGeom>
        </p:spPr>
        <p:txBody>
          <a:bodyPr rtlCol="0">
            <a:normAutofit/>
          </a:bodyPr>
          <a:lstStyle/>
          <a:p>
            <a:r>
              <a:rPr lang="de-DE"/>
              <a:t>Mastertitelformat bearbeiten</a:t>
            </a:r>
          </a:p>
        </p:txBody>
      </p:sp>
      <p:sp>
        <p:nvSpPr>
          <p:cNvPr id="13" name="Subtitle 2"/>
          <p:cNvSpPr>
            <a:spLocks noGrp="1"/>
          </p:cNvSpPr>
          <p:nvPr>
            <p:ph type="subTitle" idx="1"/>
          </p:nvPr>
        </p:nvSpPr>
        <p:spPr>
          <a:xfrm>
            <a:off x="393600" y="745067"/>
            <a:ext cx="9753600" cy="342054"/>
          </a:xfrm>
        </p:spPr>
        <p:txBody>
          <a:bodyPr>
            <a:normAutofit/>
          </a:bodyPr>
          <a:lstStyle>
            <a:lvl1pPr marL="0" indent="0" algn="l">
              <a:buNone/>
              <a:defRPr sz="1600" b="0" i="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a:p>
        </p:txBody>
      </p:sp>
      <p:sp>
        <p:nvSpPr>
          <p:cNvPr id="10" name="Bildplatzhalter 13"/>
          <p:cNvSpPr>
            <a:spLocks noGrp="1"/>
          </p:cNvSpPr>
          <p:nvPr>
            <p:ph type="pic" sz="quarter" idx="18"/>
          </p:nvPr>
        </p:nvSpPr>
        <p:spPr>
          <a:xfrm>
            <a:off x="632368" y="1771651"/>
            <a:ext cx="5380801" cy="4468502"/>
          </a:xfrm>
          <a:prstGeom prst="rect">
            <a:avLst/>
          </a:prstGeom>
        </p:spPr>
        <p:txBody>
          <a:bodyPr rtlCol="0">
            <a:normAutofit/>
          </a:bodyPr>
          <a:lstStyle>
            <a:lvl1pPr marL="0" indent="0">
              <a:buFontTx/>
              <a:buNone/>
              <a:defRPr/>
            </a:lvl1pPr>
          </a:lstStyle>
          <a:p>
            <a:pPr lvl="0"/>
            <a:endParaRPr lang="de-DE" noProof="0"/>
          </a:p>
        </p:txBody>
      </p:sp>
      <p:sp>
        <p:nvSpPr>
          <p:cNvPr id="11" name="Textplatzhalter 16"/>
          <p:cNvSpPr>
            <a:spLocks noGrp="1"/>
          </p:cNvSpPr>
          <p:nvPr>
            <p:ph type="body" sz="quarter" idx="19"/>
          </p:nvPr>
        </p:nvSpPr>
        <p:spPr>
          <a:xfrm>
            <a:off x="632369" y="6398644"/>
            <a:ext cx="5380801" cy="112766"/>
          </a:xfrm>
          <a:prstGeom prst="rect">
            <a:avLst/>
          </a:prstGeom>
        </p:spPr>
        <p:txBody>
          <a:bodyPr/>
          <a:lstStyle>
            <a:lvl1pPr marL="0" indent="0">
              <a:lnSpc>
                <a:spcPct val="100000"/>
              </a:lnSpc>
              <a:spcBef>
                <a:spcPts val="0"/>
              </a:spcBef>
              <a:buNone/>
              <a:defRPr sz="1000" b="0" i="1" baseline="0">
                <a:solidFill>
                  <a:schemeClr val="tx1"/>
                </a:solidFill>
                <a:latin typeface="Arial"/>
              </a:defRPr>
            </a:lvl1pPr>
          </a:lstStyle>
          <a:p>
            <a:pPr lvl="0"/>
            <a:r>
              <a:rPr lang="de-DE"/>
              <a:t>Mastertextformat bearbeiten</a:t>
            </a:r>
          </a:p>
        </p:txBody>
      </p:sp>
      <p:sp>
        <p:nvSpPr>
          <p:cNvPr id="8" name="Foliennummernplatzhalter 10"/>
          <p:cNvSpPr>
            <a:spLocks noGrp="1"/>
          </p:cNvSpPr>
          <p:nvPr>
            <p:ph type="sldNum" sz="quarter" idx="20"/>
          </p:nvPr>
        </p:nvSpPr>
        <p:spPr/>
        <p:txBody>
          <a:bodyPr/>
          <a:lstStyle>
            <a:lvl1pPr>
              <a:defRPr/>
            </a:lvl1pPr>
          </a:lstStyle>
          <a:p>
            <a:pPr>
              <a:defRPr/>
            </a:pPr>
            <a:fld id="{0CC90C2B-DDFC-DE4D-9708-9CA1E81D3CA7}" type="slidenum">
              <a:rPr lang="de-DE"/>
              <a:pPr>
                <a:defRPr/>
              </a:pPr>
              <a:t>‹#›</a:t>
            </a:fld>
            <a:endParaRPr lang="de-DE"/>
          </a:p>
        </p:txBody>
      </p:sp>
    </p:spTree>
    <p:extLst>
      <p:ext uri="{BB962C8B-B14F-4D97-AF65-F5344CB8AC3E}">
        <p14:creationId xmlns:p14="http://schemas.microsoft.com/office/powerpoint/2010/main" val="7663261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ufz.+Bild">
    <p:spTree>
      <p:nvGrpSpPr>
        <p:cNvPr id="1" name=""/>
        <p:cNvGrpSpPr/>
        <p:nvPr/>
      </p:nvGrpSpPr>
      <p:grpSpPr>
        <a:xfrm>
          <a:off x="0" y="0"/>
          <a:ext cx="0" cy="0"/>
          <a:chOff x="0" y="0"/>
          <a:chExt cx="0" cy="0"/>
        </a:xfrm>
      </p:grpSpPr>
      <p:sp>
        <p:nvSpPr>
          <p:cNvPr id="14" name="Bildplatzhalter 13"/>
          <p:cNvSpPr>
            <a:spLocks noGrp="1"/>
          </p:cNvSpPr>
          <p:nvPr>
            <p:ph type="pic" sz="quarter" idx="16"/>
          </p:nvPr>
        </p:nvSpPr>
        <p:spPr>
          <a:xfrm>
            <a:off x="6308421" y="1771651"/>
            <a:ext cx="5380801" cy="4468502"/>
          </a:xfrm>
          <a:prstGeom prst="rect">
            <a:avLst/>
          </a:prstGeom>
        </p:spPr>
        <p:txBody>
          <a:bodyPr rtlCol="0">
            <a:normAutofit/>
          </a:bodyPr>
          <a:lstStyle>
            <a:lvl1pPr marL="0" indent="0">
              <a:buFontTx/>
              <a:buNone/>
              <a:defRPr/>
            </a:lvl1pPr>
          </a:lstStyle>
          <a:p>
            <a:pPr lvl="0"/>
            <a:endParaRPr lang="de-DE" noProof="0"/>
          </a:p>
        </p:txBody>
      </p:sp>
      <p:sp>
        <p:nvSpPr>
          <p:cNvPr id="18" name="Textplatzhalter 15"/>
          <p:cNvSpPr>
            <a:spLocks noGrp="1"/>
          </p:cNvSpPr>
          <p:nvPr>
            <p:ph type="body" sz="quarter" idx="20"/>
          </p:nvPr>
        </p:nvSpPr>
        <p:spPr>
          <a:xfrm>
            <a:off x="632884" y="1771655"/>
            <a:ext cx="5401253" cy="4739759"/>
          </a:xfrm>
          <a:prstGeom prst="rect">
            <a:avLst/>
          </a:prstGeom>
        </p:spPr>
        <p:txBody>
          <a:bodyPr/>
          <a:lstStyle>
            <a:lvl1pPr marL="0" indent="360000">
              <a:lnSpc>
                <a:spcPct val="150000"/>
              </a:lnSpc>
              <a:spcBef>
                <a:spcPts val="0"/>
              </a:spcBef>
              <a:defRPr sz="1600" b="1" kern="0"/>
            </a:lvl1pPr>
            <a:lvl2pPr marL="360000" indent="360000">
              <a:lnSpc>
                <a:spcPct val="150000"/>
              </a:lnSpc>
              <a:spcBef>
                <a:spcPts val="0"/>
              </a:spcBef>
              <a:defRPr sz="1600" kern="0"/>
            </a:lvl2pPr>
            <a:lvl3pPr marL="720000" indent="360000">
              <a:lnSpc>
                <a:spcPct val="150000"/>
              </a:lnSpc>
              <a:spcBef>
                <a:spcPts val="0"/>
              </a:spcBef>
              <a:defRPr sz="1600" kern="0"/>
            </a:lvl3pPr>
            <a:lvl4pPr marL="1080000" indent="360000">
              <a:lnSpc>
                <a:spcPct val="150000"/>
              </a:lnSpc>
              <a:spcBef>
                <a:spcPts val="0"/>
              </a:spcBef>
              <a:defRPr sz="1600" kern="0"/>
            </a:lvl4pPr>
            <a:lvl5pPr marL="1440000" indent="360000">
              <a:lnSpc>
                <a:spcPct val="150000"/>
              </a:lnSpc>
              <a:spcBef>
                <a:spcPts val="0"/>
              </a:spcBef>
              <a:defRPr sz="1600" kern="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9" name="Titelplatzhalter 16"/>
          <p:cNvSpPr>
            <a:spLocks noGrp="1"/>
          </p:cNvSpPr>
          <p:nvPr>
            <p:ph type="title"/>
          </p:nvPr>
        </p:nvSpPr>
        <p:spPr>
          <a:xfrm>
            <a:off x="393600" y="406800"/>
            <a:ext cx="9753600" cy="327600"/>
          </a:xfrm>
          <a:prstGeom prst="rect">
            <a:avLst/>
          </a:prstGeom>
        </p:spPr>
        <p:txBody>
          <a:bodyPr rtlCol="0">
            <a:normAutofit/>
          </a:bodyPr>
          <a:lstStyle/>
          <a:p>
            <a:r>
              <a:rPr lang="de-DE"/>
              <a:t>Mastertitelformat bearbeiten</a:t>
            </a:r>
          </a:p>
        </p:txBody>
      </p:sp>
      <p:sp>
        <p:nvSpPr>
          <p:cNvPr id="11" name="Subtitle 2"/>
          <p:cNvSpPr>
            <a:spLocks noGrp="1"/>
          </p:cNvSpPr>
          <p:nvPr>
            <p:ph type="subTitle" idx="1"/>
          </p:nvPr>
        </p:nvSpPr>
        <p:spPr>
          <a:xfrm>
            <a:off x="393600" y="745067"/>
            <a:ext cx="9753600" cy="342054"/>
          </a:xfrm>
        </p:spPr>
        <p:txBody>
          <a:bodyPr>
            <a:normAutofit/>
          </a:bodyPr>
          <a:lstStyle>
            <a:lvl1pPr marL="0" indent="0" algn="l">
              <a:buNone/>
              <a:defRPr sz="1600" b="0" i="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a:p>
        </p:txBody>
      </p:sp>
      <p:sp>
        <p:nvSpPr>
          <p:cNvPr id="12" name="Textplatzhalter 16"/>
          <p:cNvSpPr>
            <a:spLocks noGrp="1"/>
          </p:cNvSpPr>
          <p:nvPr>
            <p:ph type="body" sz="quarter" idx="17"/>
          </p:nvPr>
        </p:nvSpPr>
        <p:spPr>
          <a:xfrm>
            <a:off x="6308422" y="6398644"/>
            <a:ext cx="5380801" cy="112766"/>
          </a:xfrm>
          <a:prstGeom prst="rect">
            <a:avLst/>
          </a:prstGeom>
        </p:spPr>
        <p:txBody>
          <a:bodyPr/>
          <a:lstStyle>
            <a:lvl1pPr marL="0" indent="0">
              <a:lnSpc>
                <a:spcPct val="100000"/>
              </a:lnSpc>
              <a:spcBef>
                <a:spcPts val="0"/>
              </a:spcBef>
              <a:buNone/>
              <a:defRPr sz="1000" b="0" i="1" baseline="0">
                <a:solidFill>
                  <a:schemeClr val="tx1"/>
                </a:solidFill>
                <a:latin typeface="Arial"/>
              </a:defRPr>
            </a:lvl1pPr>
          </a:lstStyle>
          <a:p>
            <a:pPr lvl="0"/>
            <a:r>
              <a:rPr lang="de-DE"/>
              <a:t>Mastertextformat bearbeiten</a:t>
            </a:r>
          </a:p>
        </p:txBody>
      </p:sp>
      <p:sp>
        <p:nvSpPr>
          <p:cNvPr id="7" name="Foliennummernplatzhalter 10"/>
          <p:cNvSpPr>
            <a:spLocks noGrp="1"/>
          </p:cNvSpPr>
          <p:nvPr>
            <p:ph type="sldNum" sz="quarter" idx="21"/>
          </p:nvPr>
        </p:nvSpPr>
        <p:spPr/>
        <p:txBody>
          <a:bodyPr/>
          <a:lstStyle>
            <a:lvl1pPr>
              <a:defRPr/>
            </a:lvl1pPr>
          </a:lstStyle>
          <a:p>
            <a:pPr>
              <a:defRPr/>
            </a:pPr>
            <a:fld id="{AA5DF636-10E3-C843-BAEB-4F17E52BCE01}" type="slidenum">
              <a:rPr lang="de-DE"/>
              <a:pPr>
                <a:defRPr/>
              </a:pPr>
              <a:t>‹#›</a:t>
            </a:fld>
            <a:endParaRPr lang="de-DE"/>
          </a:p>
        </p:txBody>
      </p:sp>
    </p:spTree>
    <p:extLst>
      <p:ext uri="{BB962C8B-B14F-4D97-AF65-F5344CB8AC3E}">
        <p14:creationId xmlns:p14="http://schemas.microsoft.com/office/powerpoint/2010/main" val="3261528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Aufz.+Bild">
    <p:spTree>
      <p:nvGrpSpPr>
        <p:cNvPr id="1" name=""/>
        <p:cNvGrpSpPr/>
        <p:nvPr/>
      </p:nvGrpSpPr>
      <p:grpSpPr>
        <a:xfrm>
          <a:off x="0" y="0"/>
          <a:ext cx="0" cy="0"/>
          <a:chOff x="0" y="0"/>
          <a:chExt cx="0" cy="0"/>
        </a:xfrm>
      </p:grpSpPr>
      <p:sp>
        <p:nvSpPr>
          <p:cNvPr id="12" name="Textplatzhalter 22"/>
          <p:cNvSpPr>
            <a:spLocks noGrp="1"/>
          </p:cNvSpPr>
          <p:nvPr>
            <p:ph type="body" sz="quarter" idx="15"/>
          </p:nvPr>
        </p:nvSpPr>
        <p:spPr>
          <a:xfrm>
            <a:off x="632038" y="1770960"/>
            <a:ext cx="5402103" cy="1609966"/>
          </a:xfrm>
          <a:prstGeom prst="rect">
            <a:avLst/>
          </a:prstGeom>
        </p:spPr>
        <p:txBody>
          <a:bodyPr/>
          <a:lstStyle>
            <a:lvl1pPr marL="0" indent="0">
              <a:lnSpc>
                <a:spcPct val="150000"/>
              </a:lnSpc>
              <a:spcBef>
                <a:spcPts val="0"/>
              </a:spcBef>
              <a:buSzPct val="100000"/>
              <a:buFontTx/>
              <a:buNone/>
              <a:defRPr sz="1200" b="0" baseline="0">
                <a:solidFill>
                  <a:schemeClr val="tx1"/>
                </a:solidFill>
                <a:latin typeface="Arial"/>
              </a:defRPr>
            </a:lvl1pPr>
            <a:lvl2pPr marL="742950" indent="-285750">
              <a:buSzPct val="100000"/>
              <a:buFontTx/>
              <a:buBlip>
                <a:blip r:embed="rId2"/>
              </a:buBlip>
              <a:defRPr sz="1400" baseline="0">
                <a:solidFill>
                  <a:schemeClr val="tx1"/>
                </a:solidFill>
                <a:latin typeface="Arial"/>
              </a:defRPr>
            </a:lvl2pPr>
            <a:lvl3pPr marL="1143000" indent="-228600">
              <a:buSzPct val="100000"/>
              <a:buFontTx/>
              <a:buBlip>
                <a:blip r:embed="rId2"/>
              </a:buBlip>
              <a:defRPr sz="1400" baseline="0">
                <a:solidFill>
                  <a:schemeClr val="tx1"/>
                </a:solidFill>
                <a:latin typeface="Arial"/>
              </a:defRPr>
            </a:lvl3pPr>
            <a:lvl4pPr marL="1600200" indent="-228600">
              <a:buSzPct val="100000"/>
              <a:buFontTx/>
              <a:buBlip>
                <a:blip r:embed="rId2"/>
              </a:buBlip>
              <a:defRPr sz="1400" baseline="0">
                <a:solidFill>
                  <a:schemeClr val="tx1"/>
                </a:solidFill>
                <a:latin typeface="Arial"/>
              </a:defRPr>
            </a:lvl4pPr>
            <a:lvl5pPr marL="2057400" indent="-228600">
              <a:buSzPct val="100000"/>
              <a:buFontTx/>
              <a:buBlip>
                <a:blip r:embed="rId2"/>
              </a:buBlip>
              <a:defRPr sz="1400" baseline="0">
                <a:solidFill>
                  <a:schemeClr val="tx1"/>
                </a:solidFill>
                <a:latin typeface="Arial"/>
              </a:defRPr>
            </a:lvl5pPr>
          </a:lstStyle>
          <a:p>
            <a:pPr lvl="0"/>
            <a:endParaRPr lang="ro-RO"/>
          </a:p>
        </p:txBody>
      </p:sp>
      <p:sp>
        <p:nvSpPr>
          <p:cNvPr id="14" name="Bildplatzhalter 13"/>
          <p:cNvSpPr>
            <a:spLocks noGrp="1"/>
          </p:cNvSpPr>
          <p:nvPr>
            <p:ph type="pic" sz="quarter" idx="16"/>
          </p:nvPr>
        </p:nvSpPr>
        <p:spPr>
          <a:xfrm>
            <a:off x="6308421" y="1771651"/>
            <a:ext cx="5380801" cy="4468502"/>
          </a:xfrm>
          <a:prstGeom prst="rect">
            <a:avLst/>
          </a:prstGeom>
        </p:spPr>
        <p:txBody>
          <a:bodyPr rtlCol="0">
            <a:normAutofit/>
          </a:bodyPr>
          <a:lstStyle>
            <a:lvl1pPr marL="0" indent="0">
              <a:buFontTx/>
              <a:buNone/>
              <a:defRPr/>
            </a:lvl1pPr>
          </a:lstStyle>
          <a:p>
            <a:pPr lvl="0"/>
            <a:endParaRPr lang="de-DE" noProof="0"/>
          </a:p>
        </p:txBody>
      </p:sp>
      <p:sp>
        <p:nvSpPr>
          <p:cNvPr id="23" name="Textplatzhalter 15"/>
          <p:cNvSpPr>
            <a:spLocks noGrp="1"/>
          </p:cNvSpPr>
          <p:nvPr>
            <p:ph type="body" sz="quarter" idx="20"/>
          </p:nvPr>
        </p:nvSpPr>
        <p:spPr>
          <a:xfrm>
            <a:off x="632884" y="3541926"/>
            <a:ext cx="5401253" cy="2969489"/>
          </a:xfrm>
          <a:prstGeom prst="rect">
            <a:avLst/>
          </a:prstGeom>
        </p:spPr>
        <p:txBody>
          <a:bodyPr/>
          <a:lstStyle>
            <a:lvl1pPr marL="0" indent="360000">
              <a:lnSpc>
                <a:spcPct val="150000"/>
              </a:lnSpc>
              <a:spcBef>
                <a:spcPts val="0"/>
              </a:spcBef>
              <a:defRPr sz="1600" b="1" kern="0"/>
            </a:lvl1pPr>
            <a:lvl2pPr marL="360000" indent="360000">
              <a:lnSpc>
                <a:spcPct val="150000"/>
              </a:lnSpc>
              <a:spcBef>
                <a:spcPts val="0"/>
              </a:spcBef>
              <a:defRPr sz="1600" kern="0"/>
            </a:lvl2pPr>
            <a:lvl3pPr marL="720000" indent="360000">
              <a:lnSpc>
                <a:spcPct val="150000"/>
              </a:lnSpc>
              <a:spcBef>
                <a:spcPts val="0"/>
              </a:spcBef>
              <a:defRPr sz="1600" kern="0"/>
            </a:lvl3pPr>
            <a:lvl4pPr marL="1080000" indent="360000">
              <a:lnSpc>
                <a:spcPct val="150000"/>
              </a:lnSpc>
              <a:spcBef>
                <a:spcPts val="0"/>
              </a:spcBef>
              <a:defRPr sz="1600" kern="0"/>
            </a:lvl4pPr>
            <a:lvl5pPr marL="1440000" indent="360000">
              <a:lnSpc>
                <a:spcPct val="150000"/>
              </a:lnSpc>
              <a:spcBef>
                <a:spcPts val="0"/>
              </a:spcBef>
              <a:defRPr sz="1600" kern="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6" name="Titelplatzhalter 16"/>
          <p:cNvSpPr>
            <a:spLocks noGrp="1"/>
          </p:cNvSpPr>
          <p:nvPr>
            <p:ph type="title"/>
          </p:nvPr>
        </p:nvSpPr>
        <p:spPr>
          <a:xfrm>
            <a:off x="393600" y="406800"/>
            <a:ext cx="9753600" cy="327600"/>
          </a:xfrm>
          <a:prstGeom prst="rect">
            <a:avLst/>
          </a:prstGeom>
        </p:spPr>
        <p:txBody>
          <a:bodyPr rtlCol="0">
            <a:normAutofit/>
          </a:bodyPr>
          <a:lstStyle/>
          <a:p>
            <a:r>
              <a:rPr lang="de-DE"/>
              <a:t>Mastertitelformat bearbeiten</a:t>
            </a:r>
          </a:p>
        </p:txBody>
      </p:sp>
      <p:sp>
        <p:nvSpPr>
          <p:cNvPr id="11" name="Subtitle 2"/>
          <p:cNvSpPr>
            <a:spLocks noGrp="1"/>
          </p:cNvSpPr>
          <p:nvPr>
            <p:ph type="subTitle" idx="1"/>
          </p:nvPr>
        </p:nvSpPr>
        <p:spPr>
          <a:xfrm>
            <a:off x="393600" y="745067"/>
            <a:ext cx="9753600" cy="342054"/>
          </a:xfrm>
        </p:spPr>
        <p:txBody>
          <a:bodyPr>
            <a:normAutofit/>
          </a:bodyPr>
          <a:lstStyle>
            <a:lvl1pPr marL="0" indent="0" algn="l">
              <a:buNone/>
              <a:defRPr sz="1600" b="0" i="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a:p>
        </p:txBody>
      </p:sp>
      <p:sp>
        <p:nvSpPr>
          <p:cNvPr id="15" name="Textplatzhalter 16"/>
          <p:cNvSpPr>
            <a:spLocks noGrp="1"/>
          </p:cNvSpPr>
          <p:nvPr>
            <p:ph type="body" sz="quarter" idx="17"/>
          </p:nvPr>
        </p:nvSpPr>
        <p:spPr>
          <a:xfrm>
            <a:off x="6308422" y="6398644"/>
            <a:ext cx="5380801" cy="112766"/>
          </a:xfrm>
          <a:prstGeom prst="rect">
            <a:avLst/>
          </a:prstGeom>
        </p:spPr>
        <p:txBody>
          <a:bodyPr/>
          <a:lstStyle>
            <a:lvl1pPr marL="0" indent="0">
              <a:lnSpc>
                <a:spcPct val="100000"/>
              </a:lnSpc>
              <a:spcBef>
                <a:spcPts val="0"/>
              </a:spcBef>
              <a:buNone/>
              <a:defRPr sz="1000" b="0" i="1" baseline="0">
                <a:solidFill>
                  <a:schemeClr val="tx1"/>
                </a:solidFill>
                <a:latin typeface="Arial"/>
              </a:defRPr>
            </a:lvl1pPr>
          </a:lstStyle>
          <a:p>
            <a:pPr lvl="0"/>
            <a:r>
              <a:rPr lang="de-DE"/>
              <a:t>Mastertextformat bearbeiten</a:t>
            </a:r>
          </a:p>
        </p:txBody>
      </p:sp>
      <p:sp>
        <p:nvSpPr>
          <p:cNvPr id="8" name="Foliennummernplatzhalter 10"/>
          <p:cNvSpPr>
            <a:spLocks noGrp="1"/>
          </p:cNvSpPr>
          <p:nvPr>
            <p:ph type="sldNum" sz="quarter" idx="21"/>
          </p:nvPr>
        </p:nvSpPr>
        <p:spPr/>
        <p:txBody>
          <a:bodyPr/>
          <a:lstStyle>
            <a:lvl1pPr>
              <a:defRPr/>
            </a:lvl1pPr>
          </a:lstStyle>
          <a:p>
            <a:pPr>
              <a:defRPr/>
            </a:pPr>
            <a:fld id="{2035EDBF-F42E-4A47-ACDB-0E72DDFC05E8}" type="slidenum">
              <a:rPr lang="de-DE"/>
              <a:pPr>
                <a:defRPr/>
              </a:pPr>
              <a:t>‹#›</a:t>
            </a:fld>
            <a:endParaRPr lang="de-DE"/>
          </a:p>
        </p:txBody>
      </p:sp>
    </p:spTree>
    <p:extLst>
      <p:ext uri="{BB962C8B-B14F-4D97-AF65-F5344CB8AC3E}">
        <p14:creationId xmlns:p14="http://schemas.microsoft.com/office/powerpoint/2010/main" val="26287728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elfolie">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955220B0-981B-4B91-8046-7C7E0856ABD1}"/>
              </a:ext>
            </a:extLst>
          </p:cNvPr>
          <p:cNvSpPr>
            <a:spLocks noGrp="1"/>
          </p:cNvSpPr>
          <p:nvPr>
            <p:ph type="subTitle" idx="1" hasCustomPrompt="1"/>
          </p:nvPr>
        </p:nvSpPr>
        <p:spPr>
          <a:xfrm>
            <a:off x="6096000" y="3372107"/>
            <a:ext cx="5368925" cy="1654772"/>
          </a:xfrm>
          <a:prstGeom prst="rect">
            <a:avLst/>
          </a:prstGeom>
        </p:spPr>
        <p:txBody>
          <a:bodyPr lIns="0" tIns="0" rIns="0">
            <a:normAutofit/>
          </a:bodyPr>
          <a:lstStyle>
            <a:lvl1pPr marL="0" indent="0" algn="r">
              <a:lnSpc>
                <a:spcPct val="80000"/>
              </a:lnSpc>
              <a:buNone/>
              <a:defRPr sz="3600" i="1">
                <a:solidFill>
                  <a:srgbClr val="00599C"/>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Titel durch Klicken bearbeiten</a:t>
            </a:r>
          </a:p>
        </p:txBody>
      </p:sp>
      <p:sp>
        <p:nvSpPr>
          <p:cNvPr id="10" name="Datumsplatzhalter 9">
            <a:extLst>
              <a:ext uri="{FF2B5EF4-FFF2-40B4-BE49-F238E27FC236}">
                <a16:creationId xmlns:a16="http://schemas.microsoft.com/office/drawing/2014/main" id="{DFEA872E-0143-412F-8A3E-399C96D85CA2}"/>
              </a:ext>
            </a:extLst>
          </p:cNvPr>
          <p:cNvSpPr>
            <a:spLocks noGrp="1"/>
          </p:cNvSpPr>
          <p:nvPr>
            <p:ph type="dt" sz="half" idx="10"/>
          </p:nvPr>
        </p:nvSpPr>
        <p:spPr>
          <a:xfrm>
            <a:off x="8721725" y="6231025"/>
            <a:ext cx="2743200" cy="365125"/>
          </a:xfrm>
          <a:prstGeom prst="rect">
            <a:avLst/>
          </a:prstGeom>
        </p:spPr>
        <p:txBody>
          <a:bodyPr lIns="0" tIns="0" rIns="0" bIns="0"/>
          <a:lstStyle>
            <a:lvl1pPr algn="r">
              <a:defRPr sz="1600">
                <a:solidFill>
                  <a:srgbClr val="00599C"/>
                </a:solidFill>
              </a:defRPr>
            </a:lvl1pPr>
          </a:lstStyle>
          <a:p>
            <a:fld id="{54E47B7E-1879-468C-AC6C-74FE3DD743D1}" type="datetime1">
              <a:rPr lang="de-DE" smtClean="0"/>
              <a:pPr/>
              <a:t>11.10.26</a:t>
            </a:fld>
            <a:endParaRPr lang="de-DE"/>
          </a:p>
        </p:txBody>
      </p:sp>
      <p:sp>
        <p:nvSpPr>
          <p:cNvPr id="17" name="Textplatzhalter 16">
            <a:extLst>
              <a:ext uri="{FF2B5EF4-FFF2-40B4-BE49-F238E27FC236}">
                <a16:creationId xmlns:a16="http://schemas.microsoft.com/office/drawing/2014/main" id="{99ABBF9E-483A-49E3-B63F-F34D49842CF8}"/>
              </a:ext>
            </a:extLst>
          </p:cNvPr>
          <p:cNvSpPr>
            <a:spLocks noGrp="1"/>
          </p:cNvSpPr>
          <p:nvPr>
            <p:ph type="body" sz="quarter" idx="13" hasCustomPrompt="1"/>
          </p:nvPr>
        </p:nvSpPr>
        <p:spPr>
          <a:xfrm>
            <a:off x="6096000" y="5160963"/>
            <a:ext cx="5368925" cy="552450"/>
          </a:xfrm>
          <a:prstGeom prst="rect">
            <a:avLst/>
          </a:prstGeom>
        </p:spPr>
        <p:txBody>
          <a:bodyPr lIns="0" tIns="0" rIns="0" bIns="0">
            <a:noAutofit/>
          </a:bodyPr>
          <a:lstStyle>
            <a:lvl1pPr marL="0" indent="0" algn="r">
              <a:buFontTx/>
              <a:buNone/>
              <a:defRPr sz="1600" b="1" i="1" baseline="0">
                <a:solidFill>
                  <a:srgbClr val="575756"/>
                </a:solidFill>
                <a:latin typeface="Arial" panose="020B0604020202020204" pitchFamily="34" charset="0"/>
              </a:defRPr>
            </a:lvl1pPr>
            <a:lvl2pPr marL="457200" indent="0">
              <a:buFontTx/>
              <a:buNone/>
              <a:defRPr sz="1600" b="1" i="0" baseline="0">
                <a:solidFill>
                  <a:srgbClr val="575756"/>
                </a:solidFill>
                <a:latin typeface="Arial" panose="020B0604020202020204" pitchFamily="34" charset="0"/>
              </a:defRPr>
            </a:lvl2pPr>
            <a:lvl3pPr marL="914400" indent="0">
              <a:buFontTx/>
              <a:buNone/>
              <a:defRPr sz="1600" b="1" i="0" baseline="0">
                <a:solidFill>
                  <a:srgbClr val="575756"/>
                </a:solidFill>
                <a:latin typeface="Arial" panose="020B0604020202020204" pitchFamily="34" charset="0"/>
              </a:defRPr>
            </a:lvl3pPr>
            <a:lvl4pPr marL="1371600" indent="0">
              <a:buFontTx/>
              <a:buNone/>
              <a:defRPr sz="1600" b="1" i="0" baseline="0">
                <a:solidFill>
                  <a:srgbClr val="575756"/>
                </a:solidFill>
                <a:latin typeface="Arial" panose="020B0604020202020204" pitchFamily="34" charset="0"/>
              </a:defRPr>
            </a:lvl4pPr>
            <a:lvl5pPr marL="1828800" indent="0">
              <a:buFontTx/>
              <a:buNone/>
              <a:defRPr sz="1600" b="1" i="0" baseline="0">
                <a:solidFill>
                  <a:srgbClr val="575756"/>
                </a:solidFill>
                <a:latin typeface="Arial" panose="020B0604020202020204" pitchFamily="34" charset="0"/>
              </a:defRPr>
            </a:lvl5pPr>
          </a:lstStyle>
          <a:p>
            <a:pPr lvl="0"/>
            <a:r>
              <a:rPr lang="de-DE"/>
              <a:t>Untertitel durch Klicken bearbeiten</a:t>
            </a:r>
          </a:p>
        </p:txBody>
      </p:sp>
    </p:spTree>
    <p:extLst>
      <p:ext uri="{BB962C8B-B14F-4D97-AF65-F5344CB8AC3E}">
        <p14:creationId xmlns:p14="http://schemas.microsoft.com/office/powerpoint/2010/main" val="40248901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sldNum="0" hdr="0" ftr="0"/>
  <p:extLst>
    <p:ext uri="{DCECCB84-F9BA-43D5-87BE-67443E8EF086}">
      <p15:sldGuideLst xmlns:p15="http://schemas.microsoft.com/office/powerpoint/2012/main">
        <p15:guide id="1" orient="horz" pos="2092">
          <p15:clr>
            <a:srgbClr val="FBAE40"/>
          </p15:clr>
        </p15:guide>
        <p15:guide id="2" pos="3840">
          <p15:clr>
            <a:srgbClr val="FBAE40"/>
          </p15:clr>
        </p15:guide>
        <p15:guide id="3" orient="horz" pos="231">
          <p15:clr>
            <a:srgbClr val="FBAE40"/>
          </p15:clr>
        </p15:guide>
        <p15:guide id="4" orient="horz" pos="4085">
          <p15:clr>
            <a:srgbClr val="FBAE40"/>
          </p15:clr>
        </p15:guide>
        <p15:guide id="5" pos="234">
          <p15:clr>
            <a:srgbClr val="FBAE40"/>
          </p15:clr>
        </p15:guide>
        <p15:guide id="6" pos="7222">
          <p15:clr>
            <a:srgbClr val="FBAE40"/>
          </p15:clr>
        </p15:guide>
        <p15:guide id="7" orient="horz" pos="325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ags" Target="../tags/tag2.xml"/><Relationship Id="rId7" Type="http://schemas.openxmlformats.org/officeDocument/2006/relationships/image" Target="../media/image3.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4.xml"/><Relationship Id="rId7" Type="http://schemas.openxmlformats.org/officeDocument/2006/relationships/tags" Target="../tags/tag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image" Target="../media/image4.png"/><Relationship Id="rId4" Type="http://schemas.openxmlformats.org/officeDocument/2006/relationships/slideLayout" Target="../slideLayouts/slideLayout5.xml"/><Relationship Id="rId9"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image" Target="../media/image4.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1.emf"/><Relationship Id="rId5" Type="http://schemas.openxmlformats.org/officeDocument/2006/relationships/slideLayout" Target="../slideLayouts/slideLayout11.xml"/><Relationship Id="rId10" Type="http://schemas.openxmlformats.org/officeDocument/2006/relationships/oleObject" Target="../embeddings/oleObject1.bin"/><Relationship Id="rId4" Type="http://schemas.openxmlformats.org/officeDocument/2006/relationships/slideLayout" Target="../slideLayouts/slideLayout10.xml"/><Relationship Id="rId9" Type="http://schemas.openxmlformats.org/officeDocument/2006/relationships/tags" Target="../tags/tag4.xml"/></Relationships>
</file>

<file path=ppt/slideMasters/_rels/slideMaster4.xml.rels><?xml version="1.0" encoding="UTF-8" standalone="yes"?>
<Relationships xmlns="http://schemas.openxmlformats.org/package/2006/relationships"><Relationship Id="rId8" Type="http://schemas.openxmlformats.org/officeDocument/2006/relationships/oleObject" Target="../embeddings/oleObject1.bin"/><Relationship Id="rId13" Type="http://schemas.openxmlformats.org/officeDocument/2006/relationships/image" Target="../media/image9.png"/><Relationship Id="rId3" Type="http://schemas.openxmlformats.org/officeDocument/2006/relationships/slideLayout" Target="../slideLayouts/slideLayout16.xml"/><Relationship Id="rId7" Type="http://schemas.openxmlformats.org/officeDocument/2006/relationships/tags" Target="../tags/tag5.xml"/><Relationship Id="rId12" Type="http://schemas.openxmlformats.org/officeDocument/2006/relationships/image" Target="../media/image8.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theme" Target="../theme/theme4.xml"/><Relationship Id="rId11" Type="http://schemas.openxmlformats.org/officeDocument/2006/relationships/image" Target="../media/image7.png"/><Relationship Id="rId5" Type="http://schemas.openxmlformats.org/officeDocument/2006/relationships/slideLayout" Target="../slideLayouts/slideLayout18.xml"/><Relationship Id="rId10" Type="http://schemas.openxmlformats.org/officeDocument/2006/relationships/image" Target="../media/image6.png"/><Relationship Id="rId4" Type="http://schemas.openxmlformats.org/officeDocument/2006/relationships/slideLayout" Target="../slideLayouts/slideLayout17.xml"/><Relationship Id="rId9" Type="http://schemas.openxmlformats.org/officeDocument/2006/relationships/image" Target="../media/image1.e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oleObject" Target="../embeddings/oleObject1.bin"/><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ags" Target="../tags/tag6.xml"/><Relationship Id="rId17" Type="http://schemas.openxmlformats.org/officeDocument/2006/relationships/image" Target="../media/image12.emf"/><Relationship Id="rId2" Type="http://schemas.openxmlformats.org/officeDocument/2006/relationships/slideLayout" Target="../slideLayouts/slideLayout20.xml"/><Relationship Id="rId16" Type="http://schemas.openxmlformats.org/officeDocument/2006/relationships/image" Target="../media/image11.emf"/><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theme" Target="../theme/theme5.xml"/><Relationship Id="rId5" Type="http://schemas.openxmlformats.org/officeDocument/2006/relationships/slideLayout" Target="../slideLayouts/slideLayout23.xml"/><Relationship Id="rId15" Type="http://schemas.openxmlformats.org/officeDocument/2006/relationships/image" Target="../media/image10.emf"/><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69E5155-9253-EBF8-86B8-2AC7A14C621A}"/>
              </a:ext>
            </a:extLst>
          </p:cNvPr>
          <p:cNvGraphicFramePr>
            <a:graphicFrameLocks noChangeAspect="1"/>
          </p:cNvGraphicFramePr>
          <p:nvPr userDrawn="1">
            <p:custDataLst>
              <p:tags r:id="rId3"/>
            </p:custDataLst>
            <p:extLst>
              <p:ext uri="{D42A27DB-BD31-4B8C-83A1-F6EECF244321}">
                <p14:modId xmlns:p14="http://schemas.microsoft.com/office/powerpoint/2010/main" val="14715073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83" imgH="384" progId="TCLayout.ActiveDocument.1">
                  <p:embed/>
                </p:oleObj>
              </mc:Choice>
              <mc:Fallback>
                <p:oleObj name="think-cell Folie" r:id="rId4" imgW="383" imgH="384" progId="TCLayout.ActiveDocument.1">
                  <p:embed/>
                  <p:pic>
                    <p:nvPicPr>
                      <p:cNvPr id="5" name="think-cell data - do not delete" hidden="1">
                        <a:extLst>
                          <a:ext uri="{FF2B5EF4-FFF2-40B4-BE49-F238E27FC236}">
                            <a16:creationId xmlns:a16="http://schemas.microsoft.com/office/drawing/2014/main" id="{369E5155-9253-EBF8-86B8-2AC7A14C621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2" name="Grafik 1" descr="Ein Bild, das Text enthält.&#10;&#10;Automatisch generierte Beschreibung">
            <a:extLst>
              <a:ext uri="{FF2B5EF4-FFF2-40B4-BE49-F238E27FC236}">
                <a16:creationId xmlns:a16="http://schemas.microsoft.com/office/drawing/2014/main" id="{B4A9B2F0-3FEC-5503-6AB9-6A9A08D98BE4}"/>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8250864" y="473284"/>
            <a:ext cx="3220152" cy="1416107"/>
          </a:xfrm>
          <a:prstGeom prst="rect">
            <a:avLst/>
          </a:prstGeom>
        </p:spPr>
      </p:pic>
      <p:grpSp>
        <p:nvGrpSpPr>
          <p:cNvPr id="3" name="Gruppieren 2">
            <a:extLst>
              <a:ext uri="{FF2B5EF4-FFF2-40B4-BE49-F238E27FC236}">
                <a16:creationId xmlns:a16="http://schemas.microsoft.com/office/drawing/2014/main" id="{2C4B237F-1D3E-5D6E-2340-BBADACC6DE4B}"/>
              </a:ext>
            </a:extLst>
          </p:cNvPr>
          <p:cNvGrpSpPr/>
          <p:nvPr userDrawn="1"/>
        </p:nvGrpSpPr>
        <p:grpSpPr>
          <a:xfrm>
            <a:off x="-990690" y="1772087"/>
            <a:ext cx="10849815" cy="6178838"/>
            <a:chOff x="-13375759" y="5567763"/>
            <a:chExt cx="10849815" cy="6178838"/>
          </a:xfrm>
        </p:grpSpPr>
        <p:sp>
          <p:nvSpPr>
            <p:cNvPr id="4" name="Rechteck 3">
              <a:extLst>
                <a:ext uri="{FF2B5EF4-FFF2-40B4-BE49-F238E27FC236}">
                  <a16:creationId xmlns:a16="http://schemas.microsoft.com/office/drawing/2014/main" id="{8DB640FA-9CF3-32D3-C002-A98F1AE2B61D}"/>
                </a:ext>
              </a:extLst>
            </p:cNvPr>
            <p:cNvSpPr/>
            <p:nvPr/>
          </p:nvSpPr>
          <p:spPr>
            <a:xfrm rot="900000">
              <a:off x="-13375759" y="5567763"/>
              <a:ext cx="10849815" cy="6178836"/>
            </a:xfrm>
            <a:custGeom>
              <a:avLst/>
              <a:gdLst>
                <a:gd name="connsiteX0" fmla="*/ 0 w 10099103"/>
                <a:gd name="connsiteY0" fmla="*/ 0 h 5805182"/>
                <a:gd name="connsiteX1" fmla="*/ 10099103 w 10099103"/>
                <a:gd name="connsiteY1" fmla="*/ 0 h 5805182"/>
                <a:gd name="connsiteX2" fmla="*/ 10099103 w 10099103"/>
                <a:gd name="connsiteY2" fmla="*/ 5805182 h 5805182"/>
                <a:gd name="connsiteX3" fmla="*/ 0 w 10099103"/>
                <a:gd name="connsiteY3" fmla="*/ 5805182 h 5805182"/>
                <a:gd name="connsiteX4" fmla="*/ 0 w 10099103"/>
                <a:gd name="connsiteY4" fmla="*/ 0 h 5805182"/>
                <a:gd name="connsiteX0" fmla="*/ 0 w 10099103"/>
                <a:gd name="connsiteY0" fmla="*/ 0 h 5805182"/>
                <a:gd name="connsiteX1" fmla="*/ 10099103 w 10099103"/>
                <a:gd name="connsiteY1" fmla="*/ 0 h 5805182"/>
                <a:gd name="connsiteX2" fmla="*/ 10095599 w 10099103"/>
                <a:gd name="connsiteY2" fmla="*/ 3450487 h 5805182"/>
                <a:gd name="connsiteX3" fmla="*/ 0 w 10099103"/>
                <a:gd name="connsiteY3" fmla="*/ 5805182 h 5805182"/>
                <a:gd name="connsiteX4" fmla="*/ 0 w 10099103"/>
                <a:gd name="connsiteY4" fmla="*/ 0 h 5805182"/>
                <a:gd name="connsiteX0" fmla="*/ 0 w 10099103"/>
                <a:gd name="connsiteY0" fmla="*/ 0 h 5751315"/>
                <a:gd name="connsiteX1" fmla="*/ 10099103 w 10099103"/>
                <a:gd name="connsiteY1" fmla="*/ 0 h 5751315"/>
                <a:gd name="connsiteX2" fmla="*/ 10095599 w 10099103"/>
                <a:gd name="connsiteY2" fmla="*/ 3450487 h 5751315"/>
                <a:gd name="connsiteX3" fmla="*/ 1515627 w 10099103"/>
                <a:gd name="connsiteY3" fmla="*/ 5751315 h 5751315"/>
                <a:gd name="connsiteX4" fmla="*/ 0 w 10099103"/>
                <a:gd name="connsiteY4" fmla="*/ 0 h 5751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9103" h="5751315">
                  <a:moveTo>
                    <a:pt x="0" y="0"/>
                  </a:moveTo>
                  <a:lnTo>
                    <a:pt x="10099103" y="0"/>
                  </a:lnTo>
                  <a:lnTo>
                    <a:pt x="10095599" y="3450487"/>
                  </a:lnTo>
                  <a:lnTo>
                    <a:pt x="1515627" y="5751315"/>
                  </a:lnTo>
                  <a:lnTo>
                    <a:pt x="0" y="0"/>
                  </a:lnTo>
                  <a:close/>
                </a:path>
              </a:pathLst>
            </a:custGeom>
            <a:blipFill dpi="0" rotWithShape="0">
              <a:blip r:embed="rId7"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8" name="Rechteck 3">
              <a:extLst>
                <a:ext uri="{FF2B5EF4-FFF2-40B4-BE49-F238E27FC236}">
                  <a16:creationId xmlns:a16="http://schemas.microsoft.com/office/drawing/2014/main" id="{7FBA1A7C-1D52-055F-6AA8-6300F602C51C}"/>
                </a:ext>
              </a:extLst>
            </p:cNvPr>
            <p:cNvSpPr/>
            <p:nvPr/>
          </p:nvSpPr>
          <p:spPr>
            <a:xfrm rot="900000">
              <a:off x="-13375759" y="5567765"/>
              <a:ext cx="10849815" cy="6178836"/>
            </a:xfrm>
            <a:custGeom>
              <a:avLst/>
              <a:gdLst>
                <a:gd name="connsiteX0" fmla="*/ 0 w 10099103"/>
                <a:gd name="connsiteY0" fmla="*/ 0 h 5805182"/>
                <a:gd name="connsiteX1" fmla="*/ 10099103 w 10099103"/>
                <a:gd name="connsiteY1" fmla="*/ 0 h 5805182"/>
                <a:gd name="connsiteX2" fmla="*/ 10099103 w 10099103"/>
                <a:gd name="connsiteY2" fmla="*/ 5805182 h 5805182"/>
                <a:gd name="connsiteX3" fmla="*/ 0 w 10099103"/>
                <a:gd name="connsiteY3" fmla="*/ 5805182 h 5805182"/>
                <a:gd name="connsiteX4" fmla="*/ 0 w 10099103"/>
                <a:gd name="connsiteY4" fmla="*/ 0 h 5805182"/>
                <a:gd name="connsiteX0" fmla="*/ 0 w 10099103"/>
                <a:gd name="connsiteY0" fmla="*/ 0 h 5805182"/>
                <a:gd name="connsiteX1" fmla="*/ 10099103 w 10099103"/>
                <a:gd name="connsiteY1" fmla="*/ 0 h 5805182"/>
                <a:gd name="connsiteX2" fmla="*/ 10095599 w 10099103"/>
                <a:gd name="connsiteY2" fmla="*/ 3450487 h 5805182"/>
                <a:gd name="connsiteX3" fmla="*/ 0 w 10099103"/>
                <a:gd name="connsiteY3" fmla="*/ 5805182 h 5805182"/>
                <a:gd name="connsiteX4" fmla="*/ 0 w 10099103"/>
                <a:gd name="connsiteY4" fmla="*/ 0 h 5805182"/>
                <a:gd name="connsiteX0" fmla="*/ 0 w 10099103"/>
                <a:gd name="connsiteY0" fmla="*/ 0 h 5751315"/>
                <a:gd name="connsiteX1" fmla="*/ 10099103 w 10099103"/>
                <a:gd name="connsiteY1" fmla="*/ 0 h 5751315"/>
                <a:gd name="connsiteX2" fmla="*/ 10095599 w 10099103"/>
                <a:gd name="connsiteY2" fmla="*/ 3450487 h 5751315"/>
                <a:gd name="connsiteX3" fmla="*/ 1515627 w 10099103"/>
                <a:gd name="connsiteY3" fmla="*/ 5751315 h 5751315"/>
                <a:gd name="connsiteX4" fmla="*/ 0 w 10099103"/>
                <a:gd name="connsiteY4" fmla="*/ 0 h 5751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9103" h="5751315">
                  <a:moveTo>
                    <a:pt x="0" y="0"/>
                  </a:moveTo>
                  <a:lnTo>
                    <a:pt x="10099103" y="0"/>
                  </a:lnTo>
                  <a:lnTo>
                    <a:pt x="10095599" y="3450487"/>
                  </a:lnTo>
                  <a:lnTo>
                    <a:pt x="1515627" y="5751315"/>
                  </a:lnTo>
                  <a:lnTo>
                    <a:pt x="0" y="0"/>
                  </a:lnTo>
                  <a:close/>
                </a:path>
              </a:pathLst>
            </a:custGeom>
            <a:solidFill>
              <a:srgbClr val="00599C">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3777128315"/>
      </p:ext>
    </p:extLst>
  </p:cSld>
  <p:clrMap bg1="lt1" tx1="dk1" bg2="lt2" tx2="dk2" accent1="accent1" accent2="accent2" accent3="accent3" accent4="accent4" accent5="accent5" accent6="accent6" hlink="hlink" folHlink="folHlink"/>
  <p:sldLayoutIdLst>
    <p:sldLayoutId id="2147483673" r:id="rId1"/>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l" defTabSz="914400" rtl="0" eaLnBrk="1" latinLnBrk="0" hangingPunct="1">
        <a:lnSpc>
          <a:spcPct val="90000"/>
        </a:lnSpc>
        <a:spcBef>
          <a:spcPct val="0"/>
        </a:spcBef>
        <a:buNone/>
        <a:defRPr sz="3600" i="1" kern="1200" baseline="0">
          <a:solidFill>
            <a:srgbClr val="00599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31">
          <p15:clr>
            <a:srgbClr val="F26B43"/>
          </p15:clr>
        </p15:guide>
        <p15:guide id="4" orient="horz" pos="4088">
          <p15:clr>
            <a:srgbClr val="F26B43"/>
          </p15:clr>
        </p15:guide>
        <p15:guide id="5" pos="7222">
          <p15:clr>
            <a:srgbClr val="F26B43"/>
          </p15:clr>
        </p15:guide>
        <p15:guide id="6" pos="23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AA32A68-51B0-73DF-A0C5-0F2A3798E86C}"/>
              </a:ext>
            </a:extLst>
          </p:cNvPr>
          <p:cNvGraphicFramePr>
            <a:graphicFrameLocks noChangeAspect="1"/>
          </p:cNvGraphicFramePr>
          <p:nvPr userDrawn="1">
            <p:custDataLst>
              <p:tags r:id="rId7"/>
            </p:custDataLst>
            <p:extLst>
              <p:ext uri="{D42A27DB-BD31-4B8C-83A1-F6EECF244321}">
                <p14:modId xmlns:p14="http://schemas.microsoft.com/office/powerpoint/2010/main" val="18605075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8" imgW="383" imgH="384" progId="TCLayout.ActiveDocument.1">
                  <p:embed/>
                </p:oleObj>
              </mc:Choice>
              <mc:Fallback>
                <p:oleObj name="think-cell Folie" r:id="rId8" imgW="383" imgH="384" progId="TCLayout.ActiveDocument.1">
                  <p:embed/>
                  <p:pic>
                    <p:nvPicPr>
                      <p:cNvPr id="7" name="think-cell data - do not delete" hidden="1">
                        <a:extLst>
                          <a:ext uri="{FF2B5EF4-FFF2-40B4-BE49-F238E27FC236}">
                            <a16:creationId xmlns:a16="http://schemas.microsoft.com/office/drawing/2014/main" id="{AAA32A68-51B0-73DF-A0C5-0F2A3798E86C}"/>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2B01371E-4544-75B8-D485-0F870F5045FE}"/>
              </a:ext>
            </a:extLst>
          </p:cNvPr>
          <p:cNvSpPr>
            <a:spLocks noGrp="1"/>
          </p:cNvSpPr>
          <p:nvPr>
            <p:ph type="title"/>
          </p:nvPr>
        </p:nvSpPr>
        <p:spPr>
          <a:xfrm>
            <a:off x="856362" y="831622"/>
            <a:ext cx="10515600" cy="709391"/>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a:t>Mastertitelformat bearbeiten</a:t>
            </a:r>
          </a:p>
        </p:txBody>
      </p:sp>
      <p:sp>
        <p:nvSpPr>
          <p:cNvPr id="3" name="Textplatzhalter 2">
            <a:extLst>
              <a:ext uri="{FF2B5EF4-FFF2-40B4-BE49-F238E27FC236}">
                <a16:creationId xmlns:a16="http://schemas.microsoft.com/office/drawing/2014/main" id="{1F1DAA8A-A072-30FB-5A29-BEDF1BA61E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B4C77381-C8DE-AA6A-B090-EC30F9DC73B8}"/>
              </a:ext>
            </a:extLst>
          </p:cNvPr>
          <p:cNvSpPr>
            <a:spLocks noGrp="1"/>
          </p:cNvSpPr>
          <p:nvPr>
            <p:ph type="ftr" sz="quarter" idx="3"/>
          </p:nvPr>
        </p:nvSpPr>
        <p:spPr>
          <a:xfrm>
            <a:off x="3371849" y="6384281"/>
            <a:ext cx="7981949" cy="396000"/>
          </a:xfrm>
          <a:prstGeom prst="rect">
            <a:avLst/>
          </a:prstGeom>
        </p:spPr>
        <p:txBody>
          <a:bodyPr vert="horz" lIns="91440" tIns="45720" rIns="91440" bIns="45720" rtlCol="0" anchor="ctr"/>
          <a:lstStyle>
            <a:lvl1pPr algn="l">
              <a:defRPr sz="1200">
                <a:solidFill>
                  <a:srgbClr val="00599C"/>
                </a:solidFill>
                <a:latin typeface="TSTAR" panose="020B060402020202020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6" name="Foliennummernplatzhalter 5">
            <a:extLst>
              <a:ext uri="{FF2B5EF4-FFF2-40B4-BE49-F238E27FC236}">
                <a16:creationId xmlns:a16="http://schemas.microsoft.com/office/drawing/2014/main" id="{37797124-5E91-158D-04D9-D0ECF5388283}"/>
              </a:ext>
            </a:extLst>
          </p:cNvPr>
          <p:cNvSpPr>
            <a:spLocks noGrp="1"/>
          </p:cNvSpPr>
          <p:nvPr>
            <p:ph type="sldNum" sz="quarter" idx="4"/>
          </p:nvPr>
        </p:nvSpPr>
        <p:spPr>
          <a:xfrm>
            <a:off x="395620" y="6384281"/>
            <a:ext cx="2579280" cy="396000"/>
          </a:xfrm>
          <a:prstGeom prst="rect">
            <a:avLst/>
          </a:prstGeom>
        </p:spPr>
        <p:txBody>
          <a:bodyPr vert="horz" lIns="91440" tIns="45720" rIns="91440" bIns="45720" rtlCol="0" anchor="ctr"/>
          <a:lstStyle>
            <a:lvl1pPr algn="l">
              <a:defRPr sz="1200" b="1">
                <a:solidFill>
                  <a:srgbClr val="00599C"/>
                </a:solidFill>
                <a:latin typeface="TSTAR" panose="020B060402020202020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pic>
        <p:nvPicPr>
          <p:cNvPr id="17" name="Inhaltsplatzhalter 8">
            <a:extLst>
              <a:ext uri="{FF2B5EF4-FFF2-40B4-BE49-F238E27FC236}">
                <a16:creationId xmlns:a16="http://schemas.microsoft.com/office/drawing/2014/main" id="{934346E9-1737-7679-FB00-125D562B2258}"/>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10981660" y="676124"/>
            <a:ext cx="744279" cy="709391"/>
          </a:xfrm>
          <a:prstGeom prst="rect">
            <a:avLst/>
          </a:prstGeom>
        </p:spPr>
      </p:pic>
      <p:cxnSp>
        <p:nvCxnSpPr>
          <p:cNvPr id="23" name="Gerader Verbinder 22">
            <a:extLst>
              <a:ext uri="{FF2B5EF4-FFF2-40B4-BE49-F238E27FC236}">
                <a16:creationId xmlns:a16="http://schemas.microsoft.com/office/drawing/2014/main" id="{58D1D845-7E4B-2EC9-45C4-EC760D5BE5B6}"/>
              </a:ext>
            </a:extLst>
          </p:cNvPr>
          <p:cNvCxnSpPr>
            <a:cxnSpLocks/>
          </p:cNvCxnSpPr>
          <p:nvPr userDrawn="1"/>
        </p:nvCxnSpPr>
        <p:spPr>
          <a:xfrm>
            <a:off x="509920" y="621399"/>
            <a:ext cx="0" cy="5615202"/>
          </a:xfrm>
          <a:prstGeom prst="line">
            <a:avLst/>
          </a:prstGeom>
          <a:noFill/>
          <a:ln w="28575" cap="flat" cmpd="sng" algn="ctr">
            <a:solidFill>
              <a:srgbClr val="00599C"/>
            </a:solidFill>
            <a:prstDash val="solid"/>
            <a:miter lim="800000"/>
          </a:ln>
          <a:effectLst/>
        </p:spPr>
      </p:cxnSp>
    </p:spTree>
    <p:extLst>
      <p:ext uri="{BB962C8B-B14F-4D97-AF65-F5344CB8AC3E}">
        <p14:creationId xmlns:p14="http://schemas.microsoft.com/office/powerpoint/2010/main" val="44321312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90" r:id="rId3"/>
    <p:sldLayoutId id="2147483677" r:id="rId4"/>
    <p:sldLayoutId id="2147483678" r:id="rId5"/>
  </p:sldLayoutIdLst>
  <p:hf hdr="0" ftr="0" dt="0"/>
  <p:txStyles>
    <p:titleStyle>
      <a:lvl1pPr algn="l" defTabSz="914400" rtl="0" eaLnBrk="1" latinLnBrk="0" hangingPunct="1">
        <a:lnSpc>
          <a:spcPct val="90000"/>
        </a:lnSpc>
        <a:spcBef>
          <a:spcPct val="0"/>
        </a:spcBef>
        <a:buNone/>
        <a:defRPr sz="3600" b="0" kern="1200">
          <a:solidFill>
            <a:srgbClr val="00599C"/>
          </a:solidFill>
          <a:latin typeface="TSTAR" panose="020B0604020202020204" charset="0"/>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000" kern="1200">
          <a:solidFill>
            <a:schemeClr val="tx1"/>
          </a:solidFill>
          <a:latin typeface="TSTAR" panose="020B0604020202020204" charset="0"/>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STAR" panose="020B0604020202020204" charset="0"/>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1600" kern="1200">
          <a:solidFill>
            <a:schemeClr val="tx1"/>
          </a:solidFill>
          <a:latin typeface="TSTAR" panose="020B0604020202020204" charset="0"/>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TSTAR" panose="020B0604020202020204" charset="0"/>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TSTAR" panose="020B060402020202020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1A5E5612-9CE0-1B4F-EC83-B4C92B3DA611}"/>
              </a:ext>
            </a:extLst>
          </p:cNvPr>
          <p:cNvGraphicFramePr>
            <a:graphicFrameLocks noChangeAspect="1"/>
          </p:cNvGraphicFramePr>
          <p:nvPr userDrawn="1">
            <p:custDataLst>
              <p:tags r:id="rId9"/>
            </p:custDataLst>
            <p:extLst>
              <p:ext uri="{D42A27DB-BD31-4B8C-83A1-F6EECF244321}">
                <p14:modId xmlns:p14="http://schemas.microsoft.com/office/powerpoint/2010/main" val="24066602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0" imgW="383" imgH="384" progId="TCLayout.ActiveDocument.1">
                  <p:embed/>
                </p:oleObj>
              </mc:Choice>
              <mc:Fallback>
                <p:oleObj name="think-cell Folie" r:id="rId10" imgW="383" imgH="384" progId="TCLayout.ActiveDocument.1">
                  <p:embed/>
                  <p:pic>
                    <p:nvPicPr>
                      <p:cNvPr id="7" name="think-cell data - do not delete" hidden="1">
                        <a:extLst>
                          <a:ext uri="{FF2B5EF4-FFF2-40B4-BE49-F238E27FC236}">
                            <a16:creationId xmlns:a16="http://schemas.microsoft.com/office/drawing/2014/main" id="{1A5E5612-9CE0-1B4F-EC83-B4C92B3DA611}"/>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2B01371E-4544-75B8-D485-0F870F5045FE}"/>
              </a:ext>
            </a:extLst>
          </p:cNvPr>
          <p:cNvSpPr>
            <a:spLocks noGrp="1"/>
          </p:cNvSpPr>
          <p:nvPr>
            <p:ph type="title"/>
          </p:nvPr>
        </p:nvSpPr>
        <p:spPr>
          <a:xfrm>
            <a:off x="856362" y="831622"/>
            <a:ext cx="10515600" cy="709391"/>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a:t>Mastertitelformat bearbeiten</a:t>
            </a:r>
          </a:p>
        </p:txBody>
      </p:sp>
      <p:sp>
        <p:nvSpPr>
          <p:cNvPr id="3" name="Textplatzhalter 2">
            <a:extLst>
              <a:ext uri="{FF2B5EF4-FFF2-40B4-BE49-F238E27FC236}">
                <a16:creationId xmlns:a16="http://schemas.microsoft.com/office/drawing/2014/main" id="{1F1DAA8A-A072-30FB-5A29-BEDF1BA61E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B4C77381-C8DE-AA6A-B090-EC30F9DC73B8}"/>
              </a:ext>
            </a:extLst>
          </p:cNvPr>
          <p:cNvSpPr>
            <a:spLocks noGrp="1"/>
          </p:cNvSpPr>
          <p:nvPr>
            <p:ph type="ftr" sz="quarter" idx="3"/>
          </p:nvPr>
        </p:nvSpPr>
        <p:spPr>
          <a:xfrm>
            <a:off x="3371849" y="6384281"/>
            <a:ext cx="7981949" cy="396000"/>
          </a:xfrm>
          <a:prstGeom prst="rect">
            <a:avLst/>
          </a:prstGeom>
        </p:spPr>
        <p:txBody>
          <a:bodyPr vert="horz" lIns="91440" tIns="45720" rIns="91440" bIns="45720" rtlCol="0" anchor="ctr"/>
          <a:lstStyle>
            <a:lvl1pPr algn="l">
              <a:defRPr sz="1200">
                <a:solidFill>
                  <a:srgbClr val="00599C"/>
                </a:solidFill>
                <a:latin typeface="TSTAR" panose="020B060402020202020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6" name="Foliennummernplatzhalter 5">
            <a:extLst>
              <a:ext uri="{FF2B5EF4-FFF2-40B4-BE49-F238E27FC236}">
                <a16:creationId xmlns:a16="http://schemas.microsoft.com/office/drawing/2014/main" id="{37797124-5E91-158D-04D9-D0ECF5388283}"/>
              </a:ext>
            </a:extLst>
          </p:cNvPr>
          <p:cNvSpPr>
            <a:spLocks noGrp="1"/>
          </p:cNvSpPr>
          <p:nvPr>
            <p:ph type="sldNum" sz="quarter" idx="4"/>
          </p:nvPr>
        </p:nvSpPr>
        <p:spPr>
          <a:xfrm>
            <a:off x="395620" y="6384281"/>
            <a:ext cx="2579280" cy="396000"/>
          </a:xfrm>
          <a:prstGeom prst="rect">
            <a:avLst/>
          </a:prstGeom>
        </p:spPr>
        <p:txBody>
          <a:bodyPr vert="horz" lIns="91440" tIns="45720" rIns="91440" bIns="45720" rtlCol="0" anchor="ctr"/>
          <a:lstStyle>
            <a:lvl1pPr algn="l">
              <a:defRPr sz="1200" b="1">
                <a:solidFill>
                  <a:srgbClr val="00599C"/>
                </a:solidFill>
                <a:latin typeface="TSTAR" panose="020B060402020202020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pic>
        <p:nvPicPr>
          <p:cNvPr id="17" name="Inhaltsplatzhalter 8">
            <a:extLst>
              <a:ext uri="{FF2B5EF4-FFF2-40B4-BE49-F238E27FC236}">
                <a16:creationId xmlns:a16="http://schemas.microsoft.com/office/drawing/2014/main" id="{934346E9-1737-7679-FB00-125D562B2258}"/>
              </a:ext>
            </a:extLst>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10981660" y="676124"/>
            <a:ext cx="744279" cy="709391"/>
          </a:xfrm>
          <a:prstGeom prst="rect">
            <a:avLst/>
          </a:prstGeom>
        </p:spPr>
      </p:pic>
    </p:spTree>
    <p:extLst>
      <p:ext uri="{BB962C8B-B14F-4D97-AF65-F5344CB8AC3E}">
        <p14:creationId xmlns:p14="http://schemas.microsoft.com/office/powerpoint/2010/main" val="2971520440"/>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92" r:id="rId5"/>
    <p:sldLayoutId id="2147483693" r:id="rId6"/>
    <p:sldLayoutId id="2147483694" r:id="rId7"/>
  </p:sldLayoutIdLst>
  <p:hf hdr="0" ftr="0" dt="0"/>
  <p:txStyles>
    <p:titleStyle>
      <a:lvl1pPr algn="l" defTabSz="914400" rtl="0" eaLnBrk="1" latinLnBrk="0" hangingPunct="1">
        <a:lnSpc>
          <a:spcPct val="90000"/>
        </a:lnSpc>
        <a:spcBef>
          <a:spcPct val="0"/>
        </a:spcBef>
        <a:buNone/>
        <a:defRPr sz="3600" b="0" kern="1200">
          <a:solidFill>
            <a:srgbClr val="00599C"/>
          </a:solidFill>
          <a:latin typeface="TSTAR" panose="020B0604020202020204" charset="0"/>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000" kern="1200">
          <a:solidFill>
            <a:schemeClr val="tx1"/>
          </a:solidFill>
          <a:latin typeface="TSTAR" panose="020B0604020202020204" charset="0"/>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STAR" panose="020B0604020202020204" charset="0"/>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1600" kern="1200">
          <a:solidFill>
            <a:schemeClr val="tx1"/>
          </a:solidFill>
          <a:latin typeface="TSTAR" panose="020B0604020202020204" charset="0"/>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TSTAR" panose="020B0604020202020204" charset="0"/>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TSTAR" panose="020B060402020202020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16AFAC0-93FB-3081-FDF7-18A43127E167}"/>
              </a:ext>
            </a:extLst>
          </p:cNvPr>
          <p:cNvGraphicFramePr>
            <a:graphicFrameLocks noChangeAspect="1"/>
          </p:cNvGraphicFramePr>
          <p:nvPr userDrawn="1">
            <p:custDataLst>
              <p:tags r:id="rId7"/>
            </p:custDataLst>
            <p:extLst>
              <p:ext uri="{D42A27DB-BD31-4B8C-83A1-F6EECF244321}">
                <p14:modId xmlns:p14="http://schemas.microsoft.com/office/powerpoint/2010/main" val="38125808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8" imgW="383" imgH="384" progId="TCLayout.ActiveDocument.1">
                  <p:embed/>
                </p:oleObj>
              </mc:Choice>
              <mc:Fallback>
                <p:oleObj name="think-cell Folie" r:id="rId8" imgW="383" imgH="384" progId="TCLayout.ActiveDocument.1">
                  <p:embed/>
                  <p:pic>
                    <p:nvPicPr>
                      <p:cNvPr id="2" name="think-cell data - do not delete" hidden="1">
                        <a:extLst>
                          <a:ext uri="{FF2B5EF4-FFF2-40B4-BE49-F238E27FC236}">
                            <a16:creationId xmlns:a16="http://schemas.microsoft.com/office/drawing/2014/main" id="{316AFAC0-93FB-3081-FDF7-18A43127E16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pic>
        <p:nvPicPr>
          <p:cNvPr id="7" name="Grafik 6"/>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0" y="5841528"/>
            <a:ext cx="12201525" cy="1016472"/>
          </a:xfrm>
          <a:prstGeom prst="rect">
            <a:avLst/>
          </a:prstGeom>
        </p:spPr>
      </p:pic>
      <p:pic>
        <p:nvPicPr>
          <p:cNvPr id="8" name="Grafik 7"/>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326026" y="6260659"/>
            <a:ext cx="2072098" cy="313852"/>
          </a:xfrm>
          <a:prstGeom prst="rect">
            <a:avLst/>
          </a:prstGeom>
        </p:spPr>
      </p:pic>
      <p:pic>
        <p:nvPicPr>
          <p:cNvPr id="9" name="Grafik 8"/>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9820274" y="6260659"/>
            <a:ext cx="2038352" cy="374598"/>
          </a:xfrm>
          <a:prstGeom prst="rect">
            <a:avLst/>
          </a:prstGeom>
        </p:spPr>
      </p:pic>
      <p:pic>
        <p:nvPicPr>
          <p:cNvPr id="10" name="Grafik 9"/>
          <p:cNvPicPr>
            <a:picLocks noChangeAspect="1"/>
          </p:cNvPicPr>
          <p:nvPr userDrawn="1"/>
        </p:nvPicPr>
        <p:blipFill rotWithShape="1">
          <a:blip r:embed="rId13" cstate="screen">
            <a:extLst>
              <a:ext uri="{28A0092B-C50C-407E-A947-70E740481C1C}">
                <a14:useLocalDpi xmlns:a14="http://schemas.microsoft.com/office/drawing/2010/main"/>
              </a:ext>
            </a:extLst>
          </a:blip>
          <a:srcRect/>
          <a:stretch/>
        </p:blipFill>
        <p:spPr>
          <a:xfrm>
            <a:off x="9719595" y="166594"/>
            <a:ext cx="2173955" cy="936812"/>
          </a:xfrm>
          <a:prstGeom prst="rect">
            <a:avLst/>
          </a:prstGeom>
        </p:spPr>
      </p:pic>
    </p:spTree>
    <p:extLst>
      <p:ext uri="{BB962C8B-B14F-4D97-AF65-F5344CB8AC3E}">
        <p14:creationId xmlns:p14="http://schemas.microsoft.com/office/powerpoint/2010/main" val="350687740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930A5D2-BE97-F26E-B4E5-B3632E5F1A52}"/>
              </a:ext>
            </a:extLst>
          </p:cNvPr>
          <p:cNvGraphicFramePr>
            <a:graphicFrameLocks noChangeAspect="1"/>
          </p:cNvGraphicFramePr>
          <p:nvPr userDrawn="1">
            <p:custDataLst>
              <p:tags r:id="rId12"/>
            </p:custDataLst>
            <p:extLst>
              <p:ext uri="{D42A27DB-BD31-4B8C-83A1-F6EECF244321}">
                <p14:modId xmlns:p14="http://schemas.microsoft.com/office/powerpoint/2010/main" val="27033545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3" imgW="383" imgH="384" progId="TCLayout.ActiveDocument.1">
                  <p:embed/>
                </p:oleObj>
              </mc:Choice>
              <mc:Fallback>
                <p:oleObj name="think-cell Folie" r:id="rId13" imgW="383" imgH="384" progId="TCLayout.ActiveDocument.1">
                  <p:embed/>
                  <p:pic>
                    <p:nvPicPr>
                      <p:cNvPr id="3" name="think-cell data - do not delete" hidden="1">
                        <a:extLst>
                          <a:ext uri="{FF2B5EF4-FFF2-40B4-BE49-F238E27FC236}">
                            <a16:creationId xmlns:a16="http://schemas.microsoft.com/office/drawing/2014/main" id="{0930A5D2-BE97-F26E-B4E5-B3632E5F1A52}"/>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10" name="Fußzeilenplatzhalter 8"/>
          <p:cNvSpPr txBox="1">
            <a:spLocks/>
          </p:cNvSpPr>
          <p:nvPr/>
        </p:nvSpPr>
        <p:spPr>
          <a:xfrm>
            <a:off x="504825" y="6583363"/>
            <a:ext cx="1096963" cy="207962"/>
          </a:xfrm>
          <a:prstGeom prst="rect">
            <a:avLst/>
          </a:prstGeom>
        </p:spPr>
        <p:txBody>
          <a:bodyPr lIns="0" tIns="0" rIns="0" bIns="0"/>
          <a:lstStyle>
            <a:defPPr>
              <a:defRPr lang="de-DE"/>
            </a:defPPr>
            <a:lvl1pPr marL="0" algn="l" defTabSz="457200" rtl="0" eaLnBrk="1" latinLnBrk="0" hangingPunct="1">
              <a:defRPr sz="800" kern="1200">
                <a:solidFill>
                  <a:srgbClr val="005A9B"/>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endParaRPr lang="de-DE"/>
          </a:p>
        </p:txBody>
      </p:sp>
      <p:sp>
        <p:nvSpPr>
          <p:cNvPr id="2052" name="Titelplatzhalter 16"/>
          <p:cNvSpPr>
            <a:spLocks noGrp="1"/>
          </p:cNvSpPr>
          <p:nvPr>
            <p:ph type="title"/>
          </p:nvPr>
        </p:nvSpPr>
        <p:spPr bwMode="auto">
          <a:xfrm>
            <a:off x="393700" y="406400"/>
            <a:ext cx="9753600" cy="3286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ctr" anchorCtr="0" compatLnSpc="1">
            <a:prstTxWarp prst="textNoShape">
              <a:avLst/>
            </a:prstTxWarp>
          </a:bodyPr>
          <a:lstStyle/>
          <a:p>
            <a:pPr lvl="0"/>
            <a:r>
              <a:rPr lang="de-DE"/>
              <a:t>Mastertitelformat bearbeiten</a:t>
            </a:r>
          </a:p>
        </p:txBody>
      </p:sp>
      <p:sp>
        <p:nvSpPr>
          <p:cNvPr id="2053" name="Textplatzhalter 17"/>
          <p:cNvSpPr>
            <a:spLocks noGrp="1"/>
          </p:cNvSpPr>
          <p:nvPr>
            <p:ph type="body" idx="1"/>
          </p:nvPr>
        </p:nvSpPr>
        <p:spPr bwMode="auto">
          <a:xfrm>
            <a:off x="633413" y="1766888"/>
            <a:ext cx="11064875" cy="47418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0" name="Foliennummernplatzhalter 10"/>
          <p:cNvSpPr>
            <a:spLocks noGrp="1"/>
          </p:cNvSpPr>
          <p:nvPr>
            <p:ph type="sldNum" sz="quarter" idx="4"/>
          </p:nvPr>
        </p:nvSpPr>
        <p:spPr>
          <a:xfrm>
            <a:off x="393700" y="6627813"/>
            <a:ext cx="255588" cy="207962"/>
          </a:xfrm>
          <a:prstGeom prst="rect">
            <a:avLst/>
          </a:prstGeom>
        </p:spPr>
        <p:txBody>
          <a:bodyPr vert="horz" lIns="0" tIns="0" rIns="0" bIns="0" rtlCol="0" anchor="t" anchorCtr="0"/>
          <a:lstStyle>
            <a:lvl1pPr algn="l" fontAlgn="auto">
              <a:spcBef>
                <a:spcPts val="0"/>
              </a:spcBef>
              <a:spcAft>
                <a:spcPts val="0"/>
              </a:spcAft>
              <a:defRPr sz="800" baseline="0" smtClean="0">
                <a:solidFill>
                  <a:srgbClr val="005A9B"/>
                </a:solidFill>
                <a:latin typeface="Arial"/>
                <a:ea typeface="+mn-ea"/>
                <a:cs typeface="+mn-cs"/>
              </a:defRPr>
            </a:lvl1pPr>
          </a:lstStyle>
          <a:p>
            <a:pPr>
              <a:defRPr/>
            </a:pPr>
            <a:fld id="{F4603CEF-B396-964A-9571-AA9A38748142}" type="slidenum">
              <a:rPr lang="de-DE"/>
              <a:pPr>
                <a:defRPr/>
              </a:pPr>
              <a:t>‹#›</a:t>
            </a:fld>
            <a:endParaRPr lang="de-DE"/>
          </a:p>
        </p:txBody>
      </p:sp>
      <p:pic>
        <p:nvPicPr>
          <p:cNvPr id="2055" name="Bild 8"/>
          <p:cNvPicPr>
            <a:picLocks noChangeAspect="1"/>
          </p:cNvPicPr>
          <p:nvPr userDrawn="1"/>
        </p:nvPicPr>
        <p:blipFill>
          <a:blip r:embed="rId15" cstate="print">
            <a:extLst>
              <a:ext uri="{28A0092B-C50C-407E-A947-70E740481C1C}">
                <a14:useLocalDpi xmlns:a14="http://schemas.microsoft.com/office/drawing/2010/main"/>
              </a:ext>
            </a:extLst>
          </a:blip>
          <a:srcRect r="95213"/>
          <a:stretch>
            <a:fillRect/>
          </a:stretch>
        </p:blipFill>
        <p:spPr bwMode="auto">
          <a:xfrm>
            <a:off x="0" y="0"/>
            <a:ext cx="43815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056" name="Textfeld 13"/>
          <p:cNvSpPr txBox="1">
            <a:spLocks noChangeArrowheads="1"/>
          </p:cNvSpPr>
          <p:nvPr userDrawn="1"/>
        </p:nvSpPr>
        <p:spPr bwMode="auto">
          <a:xfrm>
            <a:off x="633413" y="6627813"/>
            <a:ext cx="8224837"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r>
              <a:rPr lang="de-DE" sz="800"/>
              <a:t> Technische Hochschule Ingolstadt</a:t>
            </a:r>
          </a:p>
        </p:txBody>
      </p:sp>
      <p:pic>
        <p:nvPicPr>
          <p:cNvPr id="9" name="Bild 6"/>
          <p:cNvPicPr>
            <a:picLocks noChangeAspect="1"/>
          </p:cNvPicPr>
          <p:nvPr userDrawn="1"/>
        </p:nvPicPr>
        <p:blipFill rotWithShape="1">
          <a:blip r:embed="rId16" cstate="print">
            <a:extLst>
              <a:ext uri="{28A0092B-C50C-407E-A947-70E740481C1C}">
                <a14:useLocalDpi xmlns:a14="http://schemas.microsoft.com/office/drawing/2010/main"/>
              </a:ext>
            </a:extLst>
          </a:blip>
          <a:srcRect l="88378" t="3003" b="83303"/>
          <a:stretch/>
        </p:blipFill>
        <p:spPr>
          <a:xfrm>
            <a:off x="10963703" y="101149"/>
            <a:ext cx="1062681" cy="939113"/>
          </a:xfrm>
          <a:prstGeom prst="rect">
            <a:avLst/>
          </a:prstGeom>
        </p:spPr>
      </p:pic>
    </p:spTree>
    <p:extLst>
      <p:ext uri="{BB962C8B-B14F-4D97-AF65-F5344CB8AC3E}">
        <p14:creationId xmlns:p14="http://schemas.microsoft.com/office/powerpoint/2010/main" val="1750443200"/>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Lst>
  <p:hf hdr="0" dt="0"/>
  <p:txStyles>
    <p:titleStyle>
      <a:lvl1pPr algn="l" defTabSz="457200" rtl="0" fontAlgn="base">
        <a:spcBef>
          <a:spcPct val="0"/>
        </a:spcBef>
        <a:spcAft>
          <a:spcPct val="0"/>
        </a:spcAft>
        <a:defRPr sz="2200" i="1">
          <a:solidFill>
            <a:schemeClr val="tx1"/>
          </a:solidFill>
          <a:latin typeface="+mj-lt"/>
          <a:ea typeface="ＭＳ Ｐゴシック" charset="0"/>
          <a:cs typeface="ＭＳ Ｐゴシック" charset="0"/>
        </a:defRPr>
      </a:lvl1pPr>
      <a:lvl2pPr algn="l" defTabSz="457200" rtl="0" fontAlgn="base">
        <a:spcBef>
          <a:spcPct val="0"/>
        </a:spcBef>
        <a:spcAft>
          <a:spcPct val="0"/>
        </a:spcAft>
        <a:defRPr sz="2200" i="1">
          <a:solidFill>
            <a:schemeClr val="tx1"/>
          </a:solidFill>
          <a:latin typeface="Arial" charset="0"/>
          <a:ea typeface="ＭＳ Ｐゴシック" charset="0"/>
          <a:cs typeface="ＭＳ Ｐゴシック" charset="0"/>
        </a:defRPr>
      </a:lvl2pPr>
      <a:lvl3pPr algn="l" defTabSz="457200" rtl="0" fontAlgn="base">
        <a:spcBef>
          <a:spcPct val="0"/>
        </a:spcBef>
        <a:spcAft>
          <a:spcPct val="0"/>
        </a:spcAft>
        <a:defRPr sz="2200" i="1">
          <a:solidFill>
            <a:schemeClr val="tx1"/>
          </a:solidFill>
          <a:latin typeface="Arial" charset="0"/>
          <a:ea typeface="ＭＳ Ｐゴシック" charset="0"/>
          <a:cs typeface="ＭＳ Ｐゴシック" charset="0"/>
        </a:defRPr>
      </a:lvl3pPr>
      <a:lvl4pPr algn="l" defTabSz="457200" rtl="0" fontAlgn="base">
        <a:spcBef>
          <a:spcPct val="0"/>
        </a:spcBef>
        <a:spcAft>
          <a:spcPct val="0"/>
        </a:spcAft>
        <a:defRPr sz="2200" i="1">
          <a:solidFill>
            <a:schemeClr val="tx1"/>
          </a:solidFill>
          <a:latin typeface="Arial" charset="0"/>
          <a:ea typeface="ＭＳ Ｐゴシック" charset="0"/>
          <a:cs typeface="ＭＳ Ｐゴシック" charset="0"/>
        </a:defRPr>
      </a:lvl4pPr>
      <a:lvl5pPr algn="l" defTabSz="457200" rtl="0" fontAlgn="base">
        <a:spcBef>
          <a:spcPct val="0"/>
        </a:spcBef>
        <a:spcAft>
          <a:spcPct val="0"/>
        </a:spcAft>
        <a:defRPr sz="2200" i="1">
          <a:solidFill>
            <a:schemeClr val="tx1"/>
          </a:solidFill>
          <a:latin typeface="Arial" charset="0"/>
          <a:ea typeface="ＭＳ Ｐゴシック" charset="0"/>
          <a:cs typeface="ＭＳ Ｐゴシック" charset="0"/>
        </a:defRPr>
      </a:lvl5pPr>
      <a:lvl6pPr marL="457200" algn="l" defTabSz="457200" rtl="0" fontAlgn="base">
        <a:spcBef>
          <a:spcPct val="0"/>
        </a:spcBef>
        <a:spcAft>
          <a:spcPct val="0"/>
        </a:spcAft>
        <a:defRPr sz="2200" i="1">
          <a:solidFill>
            <a:schemeClr val="tx1"/>
          </a:solidFill>
          <a:latin typeface="Arial" charset="0"/>
          <a:ea typeface="ＭＳ Ｐゴシック" charset="0"/>
          <a:cs typeface="ＭＳ Ｐゴシック" charset="0"/>
        </a:defRPr>
      </a:lvl6pPr>
      <a:lvl7pPr marL="914400" algn="l" defTabSz="457200" rtl="0" fontAlgn="base">
        <a:spcBef>
          <a:spcPct val="0"/>
        </a:spcBef>
        <a:spcAft>
          <a:spcPct val="0"/>
        </a:spcAft>
        <a:defRPr sz="2200" i="1">
          <a:solidFill>
            <a:schemeClr val="tx1"/>
          </a:solidFill>
          <a:latin typeface="Arial" charset="0"/>
          <a:ea typeface="ＭＳ Ｐゴシック" charset="0"/>
          <a:cs typeface="ＭＳ Ｐゴシック" charset="0"/>
        </a:defRPr>
      </a:lvl7pPr>
      <a:lvl8pPr marL="1371600" algn="l" defTabSz="457200" rtl="0" fontAlgn="base">
        <a:spcBef>
          <a:spcPct val="0"/>
        </a:spcBef>
        <a:spcAft>
          <a:spcPct val="0"/>
        </a:spcAft>
        <a:defRPr sz="2200" i="1">
          <a:solidFill>
            <a:schemeClr val="tx1"/>
          </a:solidFill>
          <a:latin typeface="Arial" charset="0"/>
          <a:ea typeface="ＭＳ Ｐゴシック" charset="0"/>
          <a:cs typeface="ＭＳ Ｐゴシック" charset="0"/>
        </a:defRPr>
      </a:lvl8pPr>
      <a:lvl9pPr marL="1828800" algn="l" defTabSz="457200" rtl="0" fontAlgn="base">
        <a:spcBef>
          <a:spcPct val="0"/>
        </a:spcBef>
        <a:spcAft>
          <a:spcPct val="0"/>
        </a:spcAft>
        <a:defRPr sz="2200" i="1">
          <a:solidFill>
            <a:schemeClr val="tx1"/>
          </a:solidFill>
          <a:latin typeface="Arial" charset="0"/>
          <a:ea typeface="ＭＳ Ｐゴシック" charset="0"/>
          <a:cs typeface="ＭＳ Ｐゴシック" charset="0"/>
        </a:defRPr>
      </a:lvl9pPr>
    </p:titleStyle>
    <p:bodyStyle>
      <a:lvl1pPr indent="358775" algn="l" defTabSz="457200" rtl="0" fontAlgn="base">
        <a:lnSpc>
          <a:spcPct val="150000"/>
        </a:lnSpc>
        <a:spcBef>
          <a:spcPct val="0"/>
        </a:spcBef>
        <a:spcAft>
          <a:spcPct val="0"/>
        </a:spcAft>
        <a:buSzPct val="100000"/>
        <a:buBlip>
          <a:blip r:embed="rId17"/>
        </a:buBlip>
        <a:defRPr b="1">
          <a:solidFill>
            <a:schemeClr val="tx1"/>
          </a:solidFill>
          <a:latin typeface="+mn-lt"/>
          <a:ea typeface="ＭＳ Ｐゴシック" charset="0"/>
          <a:cs typeface="ＭＳ Ｐゴシック" charset="0"/>
        </a:defRPr>
      </a:lvl1pPr>
      <a:lvl2pPr marL="358775" indent="358775" algn="l" defTabSz="457200" rtl="0" fontAlgn="base">
        <a:lnSpc>
          <a:spcPct val="150000"/>
        </a:lnSpc>
        <a:spcBef>
          <a:spcPct val="0"/>
        </a:spcBef>
        <a:spcAft>
          <a:spcPct val="0"/>
        </a:spcAft>
        <a:buSzPct val="100000"/>
        <a:buBlip>
          <a:blip r:embed="rId17"/>
        </a:buBlip>
        <a:defRPr>
          <a:solidFill>
            <a:schemeClr val="tx1"/>
          </a:solidFill>
          <a:latin typeface="+mn-lt"/>
          <a:ea typeface="ＭＳ Ｐゴシック" charset="0"/>
          <a:cs typeface="+mn-cs"/>
        </a:defRPr>
      </a:lvl2pPr>
      <a:lvl3pPr marL="719138" indent="358775" algn="l" defTabSz="457200" rtl="0" fontAlgn="base">
        <a:lnSpc>
          <a:spcPct val="150000"/>
        </a:lnSpc>
        <a:spcBef>
          <a:spcPct val="0"/>
        </a:spcBef>
        <a:spcAft>
          <a:spcPct val="0"/>
        </a:spcAft>
        <a:buSzPct val="100000"/>
        <a:buBlip>
          <a:blip r:embed="rId17"/>
        </a:buBlip>
        <a:defRPr>
          <a:solidFill>
            <a:schemeClr val="tx1"/>
          </a:solidFill>
          <a:latin typeface="+mn-lt"/>
          <a:ea typeface="ＭＳ Ｐゴシック" charset="0"/>
          <a:cs typeface="+mn-cs"/>
        </a:defRPr>
      </a:lvl3pPr>
      <a:lvl4pPr marL="1079500" indent="358775" algn="l" defTabSz="457200" rtl="0" fontAlgn="base">
        <a:lnSpc>
          <a:spcPct val="150000"/>
        </a:lnSpc>
        <a:spcBef>
          <a:spcPct val="0"/>
        </a:spcBef>
        <a:spcAft>
          <a:spcPct val="0"/>
        </a:spcAft>
        <a:buSzPct val="100000"/>
        <a:buBlip>
          <a:blip r:embed="rId17"/>
        </a:buBlip>
        <a:defRPr>
          <a:solidFill>
            <a:schemeClr val="tx1"/>
          </a:solidFill>
          <a:latin typeface="+mn-lt"/>
          <a:ea typeface="ＭＳ Ｐゴシック" charset="0"/>
          <a:cs typeface="+mn-cs"/>
        </a:defRPr>
      </a:lvl4pPr>
      <a:lvl5pPr marL="1439863" indent="358775" algn="l" defTabSz="457200" rtl="0" fontAlgn="base">
        <a:lnSpc>
          <a:spcPct val="150000"/>
        </a:lnSpc>
        <a:spcBef>
          <a:spcPct val="0"/>
        </a:spcBef>
        <a:spcAft>
          <a:spcPct val="0"/>
        </a:spcAft>
        <a:buSzPct val="100000"/>
        <a:buBlip>
          <a:blip r:embed="rId17"/>
        </a:buBlip>
        <a:defRPr>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9.jpeg"/></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6.xml"/><Relationship Id="rId5" Type="http://schemas.openxmlformats.org/officeDocument/2006/relationships/image" Target="../media/image23.jpeg"/><Relationship Id="rId4" Type="http://schemas.openxmlformats.org/officeDocument/2006/relationships/image" Target="../media/image22.jpe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a:extLst>
              <a:ext uri="{FF2B5EF4-FFF2-40B4-BE49-F238E27FC236}">
                <a16:creationId xmlns:a16="http://schemas.microsoft.com/office/drawing/2014/main" id="{524F06F1-EA4C-B9B0-7538-76CF95027C58}"/>
              </a:ext>
            </a:extLst>
          </p:cNvPr>
          <p:cNvSpPr>
            <a:spLocks noGrp="1"/>
          </p:cNvSpPr>
          <p:nvPr>
            <p:ph type="subTitle" idx="1"/>
          </p:nvPr>
        </p:nvSpPr>
        <p:spPr>
          <a:xfrm>
            <a:off x="694718" y="2349939"/>
            <a:ext cx="6076591" cy="590231"/>
          </a:xfrm>
        </p:spPr>
        <p:txBody>
          <a:bodyPr lIns="0" tIns="0" rIns="0" bIns="45720" anchor="t">
            <a:normAutofit fontScale="77500" lnSpcReduction="20000"/>
          </a:bodyPr>
          <a:lstStyle/>
          <a:p>
            <a:pPr>
              <a:lnSpc>
                <a:spcPct val="120000"/>
              </a:lnSpc>
            </a:pPr>
            <a:r>
              <a:rPr lang="en-US"/>
              <a:t>Wait for Pedestrian + Overtake :</a:t>
            </a:r>
          </a:p>
          <a:p>
            <a:endParaRPr lang="de-DE"/>
          </a:p>
        </p:txBody>
      </p:sp>
      <p:sp>
        <p:nvSpPr>
          <p:cNvPr id="3" name="Textplatzhalter 2">
            <a:extLst>
              <a:ext uri="{FF2B5EF4-FFF2-40B4-BE49-F238E27FC236}">
                <a16:creationId xmlns:a16="http://schemas.microsoft.com/office/drawing/2014/main" id="{40F9272A-4F44-C60A-5706-628FC1170535}"/>
              </a:ext>
            </a:extLst>
          </p:cNvPr>
          <p:cNvSpPr>
            <a:spLocks noGrp="1"/>
          </p:cNvSpPr>
          <p:nvPr>
            <p:ph type="body" sz="quarter" idx="13"/>
          </p:nvPr>
        </p:nvSpPr>
        <p:spPr>
          <a:xfrm>
            <a:off x="698194" y="3918857"/>
            <a:ext cx="6878263" cy="1512952"/>
          </a:xfrm>
        </p:spPr>
        <p:txBody>
          <a:bodyPr lIns="0" tIns="0" rIns="0" bIns="0" anchor="t">
            <a:noAutofit/>
          </a:bodyPr>
          <a:lstStyle/>
          <a:p>
            <a:r>
              <a:rPr lang="de-DE">
                <a:cs typeface="Arial"/>
              </a:rPr>
              <a:t>by</a:t>
            </a:r>
            <a:br>
              <a:rPr lang="de-DE">
                <a:cs typeface="Arial"/>
              </a:rPr>
            </a:br>
            <a:br>
              <a:rPr lang="de-DE">
                <a:cs typeface="Arial"/>
              </a:rPr>
            </a:br>
            <a:r>
              <a:rPr lang="de-DE"/>
              <a:t>Prem </a:t>
            </a:r>
            <a:r>
              <a:rPr lang="de-DE" dirty="0"/>
              <a:t>Kishore</a:t>
            </a:r>
          </a:p>
        </p:txBody>
      </p:sp>
      <p:sp>
        <p:nvSpPr>
          <p:cNvPr id="6" name="Textfeld 5">
            <a:extLst>
              <a:ext uri="{FF2B5EF4-FFF2-40B4-BE49-F238E27FC236}">
                <a16:creationId xmlns:a16="http://schemas.microsoft.com/office/drawing/2014/main" id="{D531D08A-4609-6F0B-C88A-9BBF9E0FAC71}"/>
              </a:ext>
            </a:extLst>
          </p:cNvPr>
          <p:cNvSpPr txBox="1"/>
          <p:nvPr/>
        </p:nvSpPr>
        <p:spPr>
          <a:xfrm>
            <a:off x="9334501" y="638085"/>
            <a:ext cx="390524" cy="138499"/>
          </a:xfrm>
          <a:prstGeom prst="rect">
            <a:avLst/>
          </a:prstGeom>
          <a:noFill/>
        </p:spPr>
        <p:txBody>
          <a:bodyPr wrap="square" rtlCol="0">
            <a:spAutoFit/>
          </a:bodyPr>
          <a:lstStyle/>
          <a:p>
            <a:r>
              <a:rPr lang="de-DE" sz="300">
                <a:solidFill>
                  <a:srgbClr val="005A96"/>
                </a:solidFill>
              </a:rPr>
              <a:t>12.06.2024</a:t>
            </a:r>
          </a:p>
        </p:txBody>
      </p:sp>
      <p:sp>
        <p:nvSpPr>
          <p:cNvPr id="4" name="Untertitel 1">
            <a:extLst>
              <a:ext uri="{FF2B5EF4-FFF2-40B4-BE49-F238E27FC236}">
                <a16:creationId xmlns:a16="http://schemas.microsoft.com/office/drawing/2014/main" id="{F2BEBB9E-24C9-332E-055E-F21C822A8C68}"/>
              </a:ext>
            </a:extLst>
          </p:cNvPr>
          <p:cNvSpPr txBox="1">
            <a:spLocks/>
          </p:cNvSpPr>
          <p:nvPr/>
        </p:nvSpPr>
        <p:spPr>
          <a:xfrm>
            <a:off x="9899765" y="5704979"/>
            <a:ext cx="2136807" cy="824612"/>
          </a:xfrm>
          <a:prstGeom prst="rect">
            <a:avLst/>
          </a:prstGeom>
        </p:spPr>
        <p:txBody>
          <a:bodyPr lIns="0" tIns="0" rIns="0">
            <a:normAutofit fontScale="55000" lnSpcReduction="20000"/>
          </a:bodyPr>
          <a:lstStyle>
            <a:lvl1pPr marL="0" indent="0" algn="l" defTabSz="914400" rtl="0" eaLnBrk="1" latinLnBrk="0" hangingPunct="1">
              <a:lnSpc>
                <a:spcPct val="80000"/>
              </a:lnSpc>
              <a:spcBef>
                <a:spcPts val="1000"/>
              </a:spcBef>
              <a:buFont typeface="Arial" panose="020B0604020202020204" pitchFamily="34" charset="0"/>
              <a:buNone/>
              <a:defRPr sz="3800" b="1" i="0" kern="1200">
                <a:solidFill>
                  <a:schemeClr val="bg1"/>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20000"/>
              </a:lnSpc>
            </a:pPr>
            <a:r>
              <a:rPr lang="en-US">
                <a:solidFill>
                  <a:schemeClr val="tx1"/>
                </a:solidFill>
              </a:rPr>
              <a:t>Instructor:</a:t>
            </a:r>
            <a:br>
              <a:rPr lang="en-US">
                <a:solidFill>
                  <a:schemeClr val="tx1"/>
                </a:solidFill>
              </a:rPr>
            </a:br>
            <a:r>
              <a:rPr lang="en-US">
                <a:solidFill>
                  <a:schemeClr val="tx1"/>
                </a:solidFill>
              </a:rPr>
              <a:t> Xu, </a:t>
            </a:r>
            <a:r>
              <a:rPr lang="en-US" err="1">
                <a:solidFill>
                  <a:schemeClr val="tx1"/>
                </a:solidFill>
              </a:rPr>
              <a:t>Wenguang</a:t>
            </a:r>
            <a:endParaRPr lang="en-US">
              <a:solidFill>
                <a:schemeClr val="tx1"/>
              </a:solidFill>
            </a:endParaRPr>
          </a:p>
          <a:p>
            <a:endParaRPr lang="de-DE">
              <a:solidFill>
                <a:schemeClr val="tx1"/>
              </a:solidFill>
            </a:endParaRPr>
          </a:p>
          <a:p>
            <a:endParaRPr lang="de-DE">
              <a:solidFill>
                <a:schemeClr val="tx1"/>
              </a:solidFill>
            </a:endParaRPr>
          </a:p>
        </p:txBody>
      </p:sp>
      <p:sp>
        <p:nvSpPr>
          <p:cNvPr id="5" name="TextBox 4">
            <a:extLst>
              <a:ext uri="{FF2B5EF4-FFF2-40B4-BE49-F238E27FC236}">
                <a16:creationId xmlns:a16="http://schemas.microsoft.com/office/drawing/2014/main" id="{210895B4-F356-F716-57CD-5CC12FD3B54A}"/>
              </a:ext>
            </a:extLst>
          </p:cNvPr>
          <p:cNvSpPr txBox="1"/>
          <p:nvPr/>
        </p:nvSpPr>
        <p:spPr>
          <a:xfrm>
            <a:off x="1071143" y="6112851"/>
            <a:ext cx="6294407" cy="369332"/>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FFFF"/>
                </a:solidFill>
                <a:cs typeface="Arial"/>
              </a:rPr>
              <a:t>Masters in  AI Engineering Of </a:t>
            </a:r>
            <a:r>
              <a:rPr lang="en-US" err="1">
                <a:solidFill>
                  <a:srgbClr val="FFFFFF"/>
                </a:solidFill>
                <a:cs typeface="Arial"/>
              </a:rPr>
              <a:t>Autonomus</a:t>
            </a:r>
            <a:r>
              <a:rPr lang="en-US">
                <a:solidFill>
                  <a:srgbClr val="FFFFFF"/>
                </a:solidFill>
                <a:cs typeface="Arial"/>
              </a:rPr>
              <a:t> Systems</a:t>
            </a:r>
            <a:endParaRPr lang="en-US">
              <a:solidFill>
                <a:srgbClr val="FFFFFF"/>
              </a:solidFill>
            </a:endParaRPr>
          </a:p>
        </p:txBody>
      </p:sp>
    </p:spTree>
    <p:extLst>
      <p:ext uri="{BB962C8B-B14F-4D97-AF65-F5344CB8AC3E}">
        <p14:creationId xmlns:p14="http://schemas.microsoft.com/office/powerpoint/2010/main" val="13677123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el 3">
            <a:extLst>
              <a:ext uri="{FF2B5EF4-FFF2-40B4-BE49-F238E27FC236}">
                <a16:creationId xmlns:a16="http://schemas.microsoft.com/office/drawing/2014/main" id="{18C047CE-47E6-36CB-D16E-92388BEB8F46}"/>
              </a:ext>
            </a:extLst>
          </p:cNvPr>
          <p:cNvSpPr>
            <a:spLocks noGrp="1"/>
          </p:cNvSpPr>
          <p:nvPr>
            <p:ph type="title"/>
          </p:nvPr>
        </p:nvSpPr>
        <p:spPr>
          <a:xfrm>
            <a:off x="840460" y="664647"/>
            <a:ext cx="6082854" cy="743239"/>
          </a:xfrm>
        </p:spPr>
        <p:txBody>
          <a:bodyPr>
            <a:normAutofit/>
          </a:bodyPr>
          <a:lstStyle/>
          <a:p>
            <a:r>
              <a:rPr lang="en-US" u="sng"/>
              <a:t>Objective</a:t>
            </a:r>
            <a:r>
              <a:rPr lang="en-US" b="1" u="sng"/>
              <a:t>:</a:t>
            </a:r>
            <a:endParaRPr lang="de-DE" u="sng"/>
          </a:p>
        </p:txBody>
      </p:sp>
      <p:sp>
        <p:nvSpPr>
          <p:cNvPr id="18" name="TextBox 17">
            <a:extLst>
              <a:ext uri="{FF2B5EF4-FFF2-40B4-BE49-F238E27FC236}">
                <a16:creationId xmlns:a16="http://schemas.microsoft.com/office/drawing/2014/main" id="{DEDEA1BF-BDA4-0168-EECF-916963FBFB3E}"/>
              </a:ext>
            </a:extLst>
          </p:cNvPr>
          <p:cNvSpPr txBox="1"/>
          <p:nvPr/>
        </p:nvSpPr>
        <p:spPr>
          <a:xfrm>
            <a:off x="1016156" y="1775174"/>
            <a:ext cx="5577149" cy="3673121"/>
          </a:xfrm>
          <a:prstGeom prst="rect">
            <a:avLst/>
          </a:prstGeom>
          <a:noFill/>
        </p:spPr>
        <p:txBody>
          <a:bodyPr wrap="square" rtlCol="0">
            <a:spAutoFit/>
          </a:bodyPr>
          <a:lstStyle/>
          <a:p>
            <a:pPr>
              <a:lnSpc>
                <a:spcPct val="200000"/>
              </a:lnSpc>
            </a:pPr>
            <a:r>
              <a:rPr lang="en-US" sz="2400" b="1">
                <a:latin typeface="Times New Roman" panose="02020603050405020304" pitchFamily="18" charset="0"/>
                <a:cs typeface="Times New Roman" panose="02020603050405020304" pitchFamily="18" charset="0"/>
              </a:rPr>
              <a:t>1. </a:t>
            </a:r>
            <a:r>
              <a:rPr lang="en-US" sz="2400">
                <a:latin typeface="Times New Roman" panose="02020603050405020304" pitchFamily="18" charset="0"/>
                <a:cs typeface="Times New Roman" panose="02020603050405020304" pitchFamily="18" charset="0"/>
              </a:rPr>
              <a:t>Wait for Pedestrian on the zebra crossing.</a:t>
            </a:r>
          </a:p>
          <a:p>
            <a:pPr>
              <a:lnSpc>
                <a:spcPct val="200000"/>
              </a:lnSpc>
            </a:pPr>
            <a:r>
              <a:rPr lang="en-US" sz="2400" b="1">
                <a:latin typeface="Times New Roman" panose="02020603050405020304" pitchFamily="18" charset="0"/>
                <a:cs typeface="Times New Roman" panose="02020603050405020304" pitchFamily="18" charset="0"/>
              </a:rPr>
              <a:t>2. </a:t>
            </a:r>
            <a:r>
              <a:rPr lang="en-US" sz="2400">
                <a:latin typeface="Times New Roman" panose="02020603050405020304" pitchFamily="18" charset="0"/>
                <a:cs typeface="Times New Roman" panose="02020603050405020304" pitchFamily="18" charset="0"/>
              </a:rPr>
              <a:t>Drive again after the Pedestrian leaves.</a:t>
            </a:r>
          </a:p>
          <a:p>
            <a:pPr>
              <a:lnSpc>
                <a:spcPct val="200000"/>
              </a:lnSpc>
            </a:pPr>
            <a:r>
              <a:rPr lang="en-US" sz="2400" b="1">
                <a:latin typeface="Times New Roman" panose="02020603050405020304" pitchFamily="18" charset="0"/>
                <a:cs typeface="Times New Roman" panose="02020603050405020304" pitchFamily="18" charset="0"/>
              </a:rPr>
              <a:t>3. </a:t>
            </a:r>
            <a:r>
              <a:rPr lang="en-US" sz="2400">
                <a:latin typeface="Times New Roman" panose="02020603050405020304" pitchFamily="18" charset="0"/>
                <a:cs typeface="Times New Roman" panose="02020603050405020304" pitchFamily="18" charset="0"/>
              </a:rPr>
              <a:t>Over take another vehicle and </a:t>
            </a:r>
          </a:p>
          <a:p>
            <a:pPr>
              <a:lnSpc>
                <a:spcPct val="200000"/>
              </a:lnSpc>
            </a:pPr>
            <a:r>
              <a:rPr lang="en-US" sz="2400">
                <a:latin typeface="Times New Roman" panose="02020603050405020304" pitchFamily="18" charset="0"/>
                <a:cs typeface="Times New Roman" panose="02020603050405020304" pitchFamily="18" charset="0"/>
              </a:rPr>
              <a:t>drive back in the same road.</a:t>
            </a:r>
          </a:p>
          <a:p>
            <a:pPr>
              <a:lnSpc>
                <a:spcPct val="200000"/>
              </a:lnSpc>
            </a:pPr>
            <a:r>
              <a:rPr lang="en-US" sz="2400" b="1">
                <a:latin typeface="Times New Roman" panose="02020603050405020304" pitchFamily="18" charset="0"/>
                <a:cs typeface="Times New Roman" panose="02020603050405020304" pitchFamily="18" charset="0"/>
              </a:rPr>
              <a:t>4. </a:t>
            </a:r>
            <a:r>
              <a:rPr lang="en-US" sz="2400">
                <a:latin typeface="Times New Roman" panose="02020603050405020304" pitchFamily="18" charset="0"/>
                <a:cs typeface="Times New Roman" panose="02020603050405020304" pitchFamily="18" charset="0"/>
              </a:rPr>
              <a:t>Over take a car in a curve.</a:t>
            </a:r>
          </a:p>
        </p:txBody>
      </p:sp>
      <p:pic>
        <p:nvPicPr>
          <p:cNvPr id="3" name="Picture 2" descr="A car on a crosswalk&#10;&#10;Description automatically generated">
            <a:extLst>
              <a:ext uri="{FF2B5EF4-FFF2-40B4-BE49-F238E27FC236}">
                <a16:creationId xmlns:a16="http://schemas.microsoft.com/office/drawing/2014/main" id="{1CE5346A-556A-E384-77CC-28AD22C524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6935" y="481645"/>
            <a:ext cx="3985927" cy="3021951"/>
          </a:xfrm>
          <a:prstGeom prst="rect">
            <a:avLst/>
          </a:prstGeom>
        </p:spPr>
      </p:pic>
      <p:pic>
        <p:nvPicPr>
          <p:cNvPr id="7" name="Picture 6" descr="Two cars driving on a road&#10;&#10;Description automatically generated">
            <a:extLst>
              <a:ext uri="{FF2B5EF4-FFF2-40B4-BE49-F238E27FC236}">
                <a16:creationId xmlns:a16="http://schemas.microsoft.com/office/drawing/2014/main" id="{D8A648F9-3715-B25A-1979-6EF8C10ABB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6935" y="3600039"/>
            <a:ext cx="3985927" cy="3021951"/>
          </a:xfrm>
          <a:prstGeom prst="rect">
            <a:avLst/>
          </a:prstGeom>
        </p:spPr>
      </p:pic>
    </p:spTree>
    <p:extLst>
      <p:ext uri="{BB962C8B-B14F-4D97-AF65-F5344CB8AC3E}">
        <p14:creationId xmlns:p14="http://schemas.microsoft.com/office/powerpoint/2010/main" val="4006566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653CAA9D-4281-A6AD-4EB9-0FA6835AD5AC}"/>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de-DE" sz="1200" b="1" i="0" u="none" strike="noStrike" kern="1200" cap="none" spc="0" normalizeH="0" baseline="0" noProof="0">
              <a:ln>
                <a:noFill/>
              </a:ln>
              <a:solidFill>
                <a:srgbClr val="00599C"/>
              </a:solidFill>
              <a:effectLst/>
              <a:uLnTx/>
              <a:uFillTx/>
              <a:latin typeface="TSTAR" panose="020B0604020202020204"/>
            </a:endParaRPr>
          </a:p>
        </p:txBody>
      </p:sp>
      <p:sp>
        <p:nvSpPr>
          <p:cNvPr id="4" name="Titel 3">
            <a:extLst>
              <a:ext uri="{FF2B5EF4-FFF2-40B4-BE49-F238E27FC236}">
                <a16:creationId xmlns:a16="http://schemas.microsoft.com/office/drawing/2014/main" id="{F8D49FD5-B1C1-2A18-C7C4-7B66D8E66C14}"/>
              </a:ext>
            </a:extLst>
          </p:cNvPr>
          <p:cNvSpPr>
            <a:spLocks noGrp="1"/>
          </p:cNvSpPr>
          <p:nvPr>
            <p:ph type="title"/>
          </p:nvPr>
        </p:nvSpPr>
        <p:spPr/>
        <p:txBody>
          <a:bodyPr/>
          <a:lstStyle/>
          <a:p>
            <a:r>
              <a:rPr lang="de-DE" u="sng">
                <a:latin typeface="TSTAR"/>
              </a:rPr>
              <a:t>Method </a:t>
            </a:r>
            <a:r>
              <a:rPr lang="de-DE" u="sng" err="1">
                <a:latin typeface="TSTAR"/>
              </a:rPr>
              <a:t>Used</a:t>
            </a:r>
            <a:r>
              <a:rPr lang="de-DE" u="sng">
                <a:latin typeface="TSTAR"/>
              </a:rPr>
              <a:t>:</a:t>
            </a:r>
          </a:p>
        </p:txBody>
      </p:sp>
      <p:sp>
        <p:nvSpPr>
          <p:cNvPr id="2" name="TextBox 1">
            <a:extLst>
              <a:ext uri="{FF2B5EF4-FFF2-40B4-BE49-F238E27FC236}">
                <a16:creationId xmlns:a16="http://schemas.microsoft.com/office/drawing/2014/main" id="{2920DA49-B858-A971-DC76-0E1BCA856C4E}"/>
              </a:ext>
            </a:extLst>
          </p:cNvPr>
          <p:cNvSpPr txBox="1"/>
          <p:nvPr/>
        </p:nvSpPr>
        <p:spPr>
          <a:xfrm>
            <a:off x="1038253" y="1552139"/>
            <a:ext cx="6315709" cy="4222824"/>
          </a:xfrm>
          <a:prstGeom prst="rect">
            <a:avLst/>
          </a:prstGeom>
          <a:noFill/>
        </p:spPr>
        <p:txBody>
          <a:bodyPr wrap="square" rtlCol="0">
            <a:spAutoFit/>
          </a:bodyPr>
          <a:lstStyle/>
          <a:p>
            <a:r>
              <a:rPr lang="en-US" sz="2000" err="1">
                <a:latin typeface="Times New Roman" panose="02020603050405020304" pitchFamily="18" charset="0"/>
                <a:cs typeface="Times New Roman" panose="02020603050405020304" pitchFamily="18" charset="0"/>
              </a:rPr>
              <a:t>Frenet</a:t>
            </a:r>
            <a:r>
              <a:rPr lang="en-US" sz="2000">
                <a:latin typeface="Times New Roman" panose="02020603050405020304" pitchFamily="18" charset="0"/>
                <a:cs typeface="Times New Roman" panose="02020603050405020304" pitchFamily="18" charset="0"/>
              </a:rPr>
              <a:t> logic refers to a trajectory planning framework that uses a </a:t>
            </a:r>
            <a:r>
              <a:rPr lang="en-US" sz="2000" b="1" err="1">
                <a:latin typeface="Times New Roman" panose="02020603050405020304" pitchFamily="18" charset="0"/>
                <a:cs typeface="Times New Roman" panose="02020603050405020304" pitchFamily="18" charset="0"/>
              </a:rPr>
              <a:t>Frenet</a:t>
            </a:r>
            <a:r>
              <a:rPr lang="en-US" sz="2000" b="1">
                <a:latin typeface="Times New Roman" panose="02020603050405020304" pitchFamily="18" charset="0"/>
                <a:cs typeface="Times New Roman" panose="02020603050405020304" pitchFamily="18" charset="0"/>
              </a:rPr>
              <a:t> coordinate system</a:t>
            </a:r>
            <a:r>
              <a:rPr lang="en-US" sz="2000">
                <a:latin typeface="Times New Roman" panose="02020603050405020304" pitchFamily="18" charset="0"/>
                <a:cs typeface="Times New Roman" panose="02020603050405020304" pitchFamily="18" charset="0"/>
              </a:rPr>
              <a:t> to simplify the complex task of motion planning. Instead of dealing with global Cartesian coordinates (x, y), it represents positions relative to a road's centerline, using two coordinates:</a:t>
            </a:r>
          </a:p>
          <a:p>
            <a:endParaRPr lang="en-US" sz="2000">
              <a:latin typeface="Times New Roman" panose="02020603050405020304" pitchFamily="18" charset="0"/>
              <a:cs typeface="Times New Roman" panose="02020603050405020304" pitchFamily="18" charset="0"/>
            </a:endParaRPr>
          </a:p>
          <a:p>
            <a:pPr>
              <a:buFont typeface="+mj-lt"/>
              <a:buAutoNum type="arabicPeriod"/>
            </a:pPr>
            <a:r>
              <a:rPr lang="en-US" sz="2000" b="1">
                <a:latin typeface="Times New Roman" panose="02020603050405020304" pitchFamily="18" charset="0"/>
                <a:cs typeface="Times New Roman" panose="02020603050405020304" pitchFamily="18" charset="0"/>
              </a:rPr>
              <a:t>Longitudinal (s)</a:t>
            </a:r>
            <a:r>
              <a:rPr lang="en-US" sz="2000">
                <a:latin typeface="Times New Roman" panose="02020603050405020304" pitchFamily="18" charset="0"/>
                <a:cs typeface="Times New Roman" panose="02020603050405020304" pitchFamily="18" charset="0"/>
              </a:rPr>
              <a:t>: Represents the position along the road's centerline, often indicating how far the vehicle has traveled along the road.</a:t>
            </a:r>
          </a:p>
          <a:p>
            <a:pPr>
              <a:buFont typeface="+mj-lt"/>
              <a:buAutoNum type="arabicPeriod"/>
            </a:pPr>
            <a:endParaRPr lang="en-US" sz="2000">
              <a:latin typeface="Times New Roman" panose="02020603050405020304" pitchFamily="18" charset="0"/>
              <a:cs typeface="Times New Roman" panose="02020603050405020304" pitchFamily="18" charset="0"/>
            </a:endParaRPr>
          </a:p>
          <a:p>
            <a:pPr>
              <a:buFont typeface="+mj-lt"/>
              <a:buAutoNum type="arabicPeriod"/>
            </a:pPr>
            <a:r>
              <a:rPr lang="en-US" sz="2000" b="1">
                <a:latin typeface="Times New Roman" panose="02020603050405020304" pitchFamily="18" charset="0"/>
                <a:cs typeface="Times New Roman" panose="02020603050405020304" pitchFamily="18" charset="0"/>
              </a:rPr>
              <a:t>Lateral (d)</a:t>
            </a:r>
            <a:r>
              <a:rPr lang="en-US" sz="2000">
                <a:latin typeface="Times New Roman" panose="02020603050405020304" pitchFamily="18" charset="0"/>
                <a:cs typeface="Times New Roman" panose="02020603050405020304" pitchFamily="18" charset="0"/>
              </a:rPr>
              <a:t>: Represents the offset or deviation from the centerline, indicating the vehicle's lateral position on the road (e.g., in a lane).</a:t>
            </a:r>
          </a:p>
        </p:txBody>
      </p:sp>
      <p:pic>
        <p:nvPicPr>
          <p:cNvPr id="5" name="Picture 4">
            <a:extLst>
              <a:ext uri="{FF2B5EF4-FFF2-40B4-BE49-F238E27FC236}">
                <a16:creationId xmlns:a16="http://schemas.microsoft.com/office/drawing/2014/main" id="{E06838A7-70B0-0D62-F403-ACBF5C7453CC}"/>
              </a:ext>
            </a:extLst>
          </p:cNvPr>
          <p:cNvPicPr>
            <a:picLocks noChangeAspect="1"/>
          </p:cNvPicPr>
          <p:nvPr/>
        </p:nvPicPr>
        <p:blipFill>
          <a:blip r:embed="rId3"/>
          <a:stretch>
            <a:fillRect/>
          </a:stretch>
        </p:blipFill>
        <p:spPr>
          <a:xfrm>
            <a:off x="7469204" y="1421576"/>
            <a:ext cx="3503596" cy="5067872"/>
          </a:xfrm>
          <a:prstGeom prst="rect">
            <a:avLst/>
          </a:prstGeom>
        </p:spPr>
      </p:pic>
    </p:spTree>
    <p:extLst>
      <p:ext uri="{BB962C8B-B14F-4D97-AF65-F5344CB8AC3E}">
        <p14:creationId xmlns:p14="http://schemas.microsoft.com/office/powerpoint/2010/main" val="2054488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4ED0D5-CDBF-CD4D-ECBB-71FA5824588B}"/>
              </a:ext>
            </a:extLst>
          </p:cNvPr>
          <p:cNvSpPr>
            <a:spLocks noGrp="1"/>
          </p:cNvSpPr>
          <p:nvPr>
            <p:ph idx="1"/>
          </p:nvPr>
        </p:nvSpPr>
        <p:spPr>
          <a:xfrm>
            <a:off x="1080234" y="1583273"/>
            <a:ext cx="8433593" cy="3809391"/>
          </a:xfrm>
        </p:spPr>
        <p:txBody>
          <a:bodyPr vert="horz" lIns="91440" tIns="45720" rIns="91440" bIns="45720" rtlCol="0" anchor="t">
            <a:normAutofit/>
          </a:bodyPr>
          <a:lstStyle/>
          <a:p>
            <a:pPr>
              <a:buFont typeface="Arial" panose="020B0604020202020204" pitchFamily="34" charset="0"/>
              <a:buChar char="•"/>
            </a:pPr>
            <a:r>
              <a:rPr lang="en-US" b="1">
                <a:latin typeface="Times New Roman" panose="02020603050405020304" pitchFamily="18" charset="0"/>
                <a:cs typeface="Times New Roman" panose="02020603050405020304" pitchFamily="18" charset="0"/>
              </a:rPr>
              <a:t>Path Representation</a:t>
            </a:r>
            <a:r>
              <a:rPr lang="en-US">
                <a:latin typeface="Times New Roman" panose="02020603050405020304" pitchFamily="18" charset="0"/>
                <a:cs typeface="Times New Roman" panose="02020603050405020304" pitchFamily="18" charset="0"/>
              </a:rPr>
              <a:t>: The road is represented by the s and d coordinates, which follow the curvature of the road. This allows planning to adapt easily to road geometry.</a:t>
            </a:r>
          </a:p>
          <a:p>
            <a:pPr>
              <a:buFont typeface="Arial" panose="020B0604020202020204" pitchFamily="34" charset="0"/>
              <a:buChar char="•"/>
            </a:pPr>
            <a:r>
              <a:rPr lang="en-US" b="1">
                <a:latin typeface="Times New Roman" panose="02020603050405020304" pitchFamily="18" charset="0"/>
                <a:cs typeface="Times New Roman" panose="02020603050405020304" pitchFamily="18" charset="0"/>
              </a:rPr>
              <a:t>Decoupling of Motion</a:t>
            </a:r>
            <a:r>
              <a:rPr lang="en-US">
                <a:latin typeface="Times New Roman" panose="02020603050405020304" pitchFamily="18" charset="0"/>
                <a:cs typeface="Times New Roman" panose="02020603050405020304" pitchFamily="18" charset="0"/>
              </a:rPr>
              <a:t>: Longitudinal and lateral motions are planned independently, simplifying computations. For example:</a:t>
            </a:r>
          </a:p>
          <a:p>
            <a:pPr marL="742950" lvl="1"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Longitudinal planning can focus on speed and distance (e.g., maintaining safe following distances).</a:t>
            </a:r>
          </a:p>
          <a:p>
            <a:pPr marL="742950" lvl="1"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Lateral planning can focus on lane changes or staying within the lane boundaries.</a:t>
            </a:r>
          </a:p>
          <a:p>
            <a:pPr>
              <a:buFont typeface="Arial" panose="020B0604020202020204" pitchFamily="34" charset="0"/>
              <a:buChar char="•"/>
            </a:pPr>
            <a:r>
              <a:rPr lang="en-US" b="1">
                <a:latin typeface="Times New Roman"/>
                <a:cs typeface="Times New Roman"/>
              </a:rPr>
              <a:t>Dynamic Behavior</a:t>
            </a:r>
            <a:r>
              <a:rPr lang="en-US">
                <a:latin typeface="Times New Roman"/>
                <a:cs typeface="Times New Roman"/>
              </a:rPr>
              <a:t>: The </a:t>
            </a:r>
            <a:r>
              <a:rPr lang="en-US" err="1">
                <a:latin typeface="Times New Roman"/>
                <a:cs typeface="Times New Roman"/>
              </a:rPr>
              <a:t>Frenet</a:t>
            </a:r>
            <a:r>
              <a:rPr lang="en-US">
                <a:latin typeface="Times New Roman"/>
                <a:cs typeface="Times New Roman"/>
              </a:rPr>
              <a:t> frame allows for easy representation of dynamic behaviors like lane keeping, lane changes, and obstacle avoidance by manipulating the d and s components.</a:t>
            </a:r>
          </a:p>
        </p:txBody>
      </p:sp>
      <p:sp>
        <p:nvSpPr>
          <p:cNvPr id="3" name="Slide Number Placeholder 2">
            <a:extLst>
              <a:ext uri="{FF2B5EF4-FFF2-40B4-BE49-F238E27FC236}">
                <a16:creationId xmlns:a16="http://schemas.microsoft.com/office/drawing/2014/main" id="{58999986-5FD9-4B57-BC63-AE8260F10ADD}"/>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4" name="Title 3">
            <a:extLst>
              <a:ext uri="{FF2B5EF4-FFF2-40B4-BE49-F238E27FC236}">
                <a16:creationId xmlns:a16="http://schemas.microsoft.com/office/drawing/2014/main" id="{40C8223C-FDCB-CE60-09F1-F45F887FDB88}"/>
              </a:ext>
            </a:extLst>
          </p:cNvPr>
          <p:cNvSpPr>
            <a:spLocks noGrp="1"/>
          </p:cNvSpPr>
          <p:nvPr>
            <p:ph type="title"/>
          </p:nvPr>
        </p:nvSpPr>
        <p:spPr/>
        <p:txBody>
          <a:bodyPr>
            <a:normAutofit/>
          </a:bodyPr>
          <a:lstStyle/>
          <a:p>
            <a:r>
              <a:rPr lang="en-US" b="1"/>
              <a:t>How it Works in Trajectory Planning:</a:t>
            </a:r>
            <a:endParaRPr lang="en-US"/>
          </a:p>
        </p:txBody>
      </p:sp>
    </p:spTree>
    <p:extLst>
      <p:ext uri="{BB962C8B-B14F-4D97-AF65-F5344CB8AC3E}">
        <p14:creationId xmlns:p14="http://schemas.microsoft.com/office/powerpoint/2010/main" val="2746821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68D3B62B-61A8-318E-7E98-1D5F307F2FA4}"/>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4" name="Titel 3">
            <a:extLst>
              <a:ext uri="{FF2B5EF4-FFF2-40B4-BE49-F238E27FC236}">
                <a16:creationId xmlns:a16="http://schemas.microsoft.com/office/drawing/2014/main" id="{A0000346-7BFD-E039-4AE7-A510B17024D2}"/>
              </a:ext>
            </a:extLst>
          </p:cNvPr>
          <p:cNvSpPr>
            <a:spLocks noGrp="1"/>
          </p:cNvSpPr>
          <p:nvPr>
            <p:ph type="title"/>
          </p:nvPr>
        </p:nvSpPr>
        <p:spPr>
          <a:xfrm>
            <a:off x="840460" y="664647"/>
            <a:ext cx="3750317" cy="709391"/>
          </a:xfrm>
        </p:spPr>
        <p:txBody>
          <a:bodyPr/>
          <a:lstStyle/>
          <a:p>
            <a:r>
              <a:rPr lang="de-DE" u="sng"/>
              <a:t>Modules:</a:t>
            </a:r>
          </a:p>
        </p:txBody>
      </p:sp>
      <p:sp>
        <p:nvSpPr>
          <p:cNvPr id="2" name="TextBox 1">
            <a:extLst>
              <a:ext uri="{FF2B5EF4-FFF2-40B4-BE49-F238E27FC236}">
                <a16:creationId xmlns:a16="http://schemas.microsoft.com/office/drawing/2014/main" id="{013FA3A4-D304-2642-42D5-F9D7D5B83606}"/>
              </a:ext>
            </a:extLst>
          </p:cNvPr>
          <p:cNvSpPr txBox="1"/>
          <p:nvPr/>
        </p:nvSpPr>
        <p:spPr>
          <a:xfrm>
            <a:off x="1685260" y="1890854"/>
            <a:ext cx="5320170" cy="3076291"/>
          </a:xfrm>
          <a:prstGeom prst="rect">
            <a:avLst/>
          </a:prstGeom>
          <a:noFill/>
        </p:spPr>
        <p:txBody>
          <a:bodyPr wrap="square" lIns="91440" tIns="45720" rIns="91440" bIns="45720" rtlCol="0" anchor="t">
            <a:spAutoFit/>
          </a:bodyPr>
          <a:lstStyle/>
          <a:p>
            <a:pPr marL="342900" indent="-342900">
              <a:lnSpc>
                <a:spcPct val="200000"/>
              </a:lnSpc>
              <a:buFont typeface="Arial" panose="020B0604020202020204" pitchFamily="34" charset="0"/>
              <a:buChar char="•"/>
            </a:pPr>
            <a:r>
              <a:rPr lang="en-US" sz="2000">
                <a:latin typeface="Times New Roman"/>
                <a:cs typeface="Times New Roman"/>
              </a:rPr>
              <a:t>Cubic Spline planner</a:t>
            </a:r>
          </a:p>
          <a:p>
            <a:pPr marL="342900" indent="-342900">
              <a:lnSpc>
                <a:spcPct val="200000"/>
              </a:lnSpc>
              <a:buFont typeface="Arial" panose="020B0604020202020204" pitchFamily="34" charset="0"/>
              <a:buChar char="•"/>
            </a:pPr>
            <a:r>
              <a:rPr lang="en-US" sz="2000">
                <a:latin typeface="Times New Roman"/>
                <a:cs typeface="Times New Roman"/>
              </a:rPr>
              <a:t>Ego vehicle</a:t>
            </a:r>
          </a:p>
          <a:p>
            <a:pPr marL="342900" indent="-342900">
              <a:lnSpc>
                <a:spcPct val="200000"/>
              </a:lnSpc>
              <a:buFont typeface="Arial" panose="020B0604020202020204" pitchFamily="34" charset="0"/>
              <a:buChar char="•"/>
            </a:pPr>
            <a:r>
              <a:rPr lang="en-US" sz="2000" err="1">
                <a:latin typeface="Times New Roman"/>
                <a:cs typeface="Times New Roman"/>
              </a:rPr>
              <a:t>Misc</a:t>
            </a:r>
            <a:endParaRPr lang="en-US" sz="2000">
              <a:latin typeface="Times New Roman"/>
              <a:cs typeface="Times New Roman"/>
            </a:endParaRPr>
          </a:p>
          <a:p>
            <a:pPr marL="342900" indent="-342900">
              <a:lnSpc>
                <a:spcPct val="200000"/>
              </a:lnSpc>
              <a:buFont typeface="Arial" panose="020B0604020202020204" pitchFamily="34" charset="0"/>
              <a:buChar char="•"/>
            </a:pPr>
            <a:r>
              <a:rPr lang="en-US" sz="2000">
                <a:latin typeface="Times New Roman"/>
                <a:cs typeface="Times New Roman"/>
              </a:rPr>
              <a:t>Obstacles</a:t>
            </a:r>
          </a:p>
          <a:p>
            <a:pPr marL="342900" indent="-342900">
              <a:lnSpc>
                <a:spcPct val="200000"/>
              </a:lnSpc>
              <a:buFont typeface="Arial" panose="020B0604020202020204" pitchFamily="34" charset="0"/>
              <a:buChar char="•"/>
            </a:pPr>
            <a:r>
              <a:rPr lang="en-US" sz="2000">
                <a:latin typeface="Times New Roman"/>
                <a:cs typeface="Times New Roman"/>
              </a:rPr>
              <a:t>Main</a:t>
            </a: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55189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3">
            <a:extLst>
              <a:ext uri="{FF2B5EF4-FFF2-40B4-BE49-F238E27FC236}">
                <a16:creationId xmlns:a16="http://schemas.microsoft.com/office/drawing/2014/main" id="{BE274A7E-383F-75D5-D84E-1610C6B7E725}"/>
              </a:ext>
            </a:extLst>
          </p:cNvPr>
          <p:cNvSpPr>
            <a:spLocks noGrp="1"/>
          </p:cNvSpPr>
          <p:nvPr>
            <p:ph type="title"/>
          </p:nvPr>
        </p:nvSpPr>
        <p:spPr>
          <a:xfrm>
            <a:off x="840460" y="319590"/>
            <a:ext cx="4689483" cy="709391"/>
          </a:xfrm>
        </p:spPr>
        <p:txBody>
          <a:bodyPr>
            <a:normAutofit fontScale="90000"/>
          </a:bodyPr>
          <a:lstStyle/>
          <a:p>
            <a:pPr>
              <a:lnSpc>
                <a:spcPct val="200000"/>
              </a:lnSpc>
            </a:pPr>
            <a:r>
              <a:rPr lang="en-US" sz="3200"/>
              <a:t>Cubic Spline planner</a:t>
            </a:r>
          </a:p>
        </p:txBody>
      </p:sp>
      <p:sp>
        <p:nvSpPr>
          <p:cNvPr id="3" name="TextBox 2">
            <a:extLst>
              <a:ext uri="{FF2B5EF4-FFF2-40B4-BE49-F238E27FC236}">
                <a16:creationId xmlns:a16="http://schemas.microsoft.com/office/drawing/2014/main" id="{4C3BE67E-6B07-22BB-2F0F-87A7DE71260E}"/>
              </a:ext>
            </a:extLst>
          </p:cNvPr>
          <p:cNvSpPr txBox="1"/>
          <p:nvPr/>
        </p:nvSpPr>
        <p:spPr>
          <a:xfrm>
            <a:off x="1122479" y="1042228"/>
            <a:ext cx="10196945"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ea typeface="+mn-lt"/>
                <a:cs typeface="+mn-lt"/>
              </a:rPr>
              <a:t>1D and 2D Cubic Splines</a:t>
            </a:r>
            <a:r>
              <a:rPr lang="en-US">
                <a:ea typeface="+mn-lt"/>
                <a:cs typeface="+mn-lt"/>
              </a:rPr>
              <a:t>: Provides smooth trajectories in both 1D and 2D space.</a:t>
            </a:r>
            <a:endParaRPr lang="en-US"/>
          </a:p>
          <a:p>
            <a:pPr marL="285750" indent="-285750">
              <a:buFont typeface="Arial"/>
              <a:buChar char="•"/>
            </a:pPr>
            <a:r>
              <a:rPr lang="en-US" b="1">
                <a:ea typeface="+mn-lt"/>
                <a:cs typeface="+mn-lt"/>
              </a:rPr>
              <a:t>Calculates Derivatives</a:t>
            </a:r>
            <a:r>
              <a:rPr lang="en-US">
                <a:ea typeface="+mn-lt"/>
                <a:cs typeface="+mn-lt"/>
              </a:rPr>
              <a:t>: Yaw, curvature, and other metrics are derived for motion planning.</a:t>
            </a:r>
            <a:endParaRPr lang="en-US"/>
          </a:p>
          <a:p>
            <a:r>
              <a:rPr lang="en-US" b="1">
                <a:ea typeface="+mn-lt"/>
                <a:cs typeface="+mn-lt"/>
              </a:rPr>
              <a:t>Code Snippet:</a:t>
            </a:r>
            <a:endParaRPr lang="en-US"/>
          </a:p>
          <a:p>
            <a:endParaRPr lang="en-US" b="1">
              <a:ea typeface="+mn-lt"/>
              <a:cs typeface="+mn-lt"/>
            </a:endParaRPr>
          </a:p>
          <a:p>
            <a:endParaRPr lang="en-US" b="1">
              <a:ea typeface="Calibri"/>
              <a:cs typeface="Calibri"/>
            </a:endParaRPr>
          </a:p>
          <a:p>
            <a:endParaRPr lang="en-US" b="1">
              <a:ea typeface="Calibri"/>
              <a:cs typeface="Calibri"/>
            </a:endParaRPr>
          </a:p>
          <a:p>
            <a:endParaRPr lang="en-US" b="1">
              <a:ea typeface="Calibri"/>
              <a:cs typeface="Calibri"/>
            </a:endParaRPr>
          </a:p>
          <a:p>
            <a:endParaRPr lang="en-US" b="1">
              <a:ea typeface="Calibri"/>
              <a:cs typeface="Calibri"/>
            </a:endParaRPr>
          </a:p>
          <a:p>
            <a:endParaRPr lang="en-US" b="1">
              <a:ea typeface="Calibri"/>
              <a:cs typeface="Calibri"/>
            </a:endParaRPr>
          </a:p>
          <a:p>
            <a:endParaRPr lang="en-US" b="1">
              <a:ea typeface="Calibri"/>
              <a:cs typeface="Calibri"/>
            </a:endParaRPr>
          </a:p>
          <a:p>
            <a:endParaRPr lang="en-US" b="1">
              <a:ea typeface="Calibri"/>
              <a:cs typeface="Calibri"/>
            </a:endParaRPr>
          </a:p>
          <a:p>
            <a:endParaRPr lang="en-US" b="1">
              <a:ea typeface="Calibri"/>
              <a:cs typeface="Calibri"/>
            </a:endParaRPr>
          </a:p>
          <a:p>
            <a:endParaRPr lang="en-US" b="1">
              <a:ea typeface="Calibri"/>
              <a:cs typeface="Calibri"/>
            </a:endParaRPr>
          </a:p>
          <a:p>
            <a:endParaRPr lang="en-US" b="1">
              <a:ea typeface="Calibri"/>
              <a:cs typeface="Calibri"/>
            </a:endParaRPr>
          </a:p>
          <a:p>
            <a:endParaRPr lang="en-US" b="1">
              <a:ea typeface="Calibri"/>
              <a:cs typeface="Calibri"/>
            </a:endParaRPr>
          </a:p>
          <a:p>
            <a:r>
              <a:rPr lang="en-US" b="1">
                <a:ea typeface="Calibri"/>
                <a:cs typeface="Calibri"/>
              </a:rPr>
              <a:t>Functionality:</a:t>
            </a:r>
            <a:endParaRPr lang="en-US">
              <a:ea typeface="Calibri"/>
              <a:cs typeface="Calibri"/>
            </a:endParaRPr>
          </a:p>
          <a:p>
            <a:pPr marL="285750" indent="-285750">
              <a:buFont typeface="Arial,Sans-Serif"/>
              <a:buChar char="•"/>
            </a:pPr>
            <a:r>
              <a:rPr lang="en-US" b="1" err="1">
                <a:ea typeface="Calibri"/>
                <a:cs typeface="Calibri"/>
              </a:rPr>
              <a:t>calc_position</a:t>
            </a:r>
            <a:r>
              <a:rPr lang="en-US" b="1">
                <a:ea typeface="Calibri"/>
                <a:cs typeface="Calibri"/>
              </a:rPr>
              <a:t>(s)</a:t>
            </a:r>
            <a:r>
              <a:rPr lang="en-US">
                <a:ea typeface="Calibri"/>
                <a:cs typeface="Calibri"/>
              </a:rPr>
              <a:t>: Gets x, y position at distance s.</a:t>
            </a:r>
          </a:p>
          <a:p>
            <a:pPr marL="285750" indent="-285750">
              <a:buFont typeface="Arial,Sans-Serif"/>
              <a:buChar char="•"/>
            </a:pPr>
            <a:r>
              <a:rPr lang="en-US" b="1" err="1">
                <a:ea typeface="Calibri"/>
                <a:cs typeface="Calibri"/>
              </a:rPr>
              <a:t>calc_yaw</a:t>
            </a:r>
            <a:r>
              <a:rPr lang="en-US" b="1">
                <a:ea typeface="Calibri"/>
                <a:cs typeface="Calibri"/>
              </a:rPr>
              <a:t>(s)</a:t>
            </a:r>
            <a:r>
              <a:rPr lang="en-US">
                <a:ea typeface="Calibri"/>
                <a:cs typeface="Calibri"/>
              </a:rPr>
              <a:t>: Computes the yaw angle at s.</a:t>
            </a:r>
          </a:p>
        </p:txBody>
      </p:sp>
      <p:pic>
        <p:nvPicPr>
          <p:cNvPr id="5" name="Picture 4" descr="A diagram of a grid&#10;&#10;Description automatically generated">
            <a:extLst>
              <a:ext uri="{FF2B5EF4-FFF2-40B4-BE49-F238E27FC236}">
                <a16:creationId xmlns:a16="http://schemas.microsoft.com/office/drawing/2014/main" id="{1AB5BD43-F146-71C7-CC36-42018C12F3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7728" y="1936873"/>
            <a:ext cx="4201696" cy="4201696"/>
          </a:xfrm>
          <a:prstGeom prst="rect">
            <a:avLst/>
          </a:prstGeom>
        </p:spPr>
      </p:pic>
      <p:pic>
        <p:nvPicPr>
          <p:cNvPr id="2" name="Picture 1" descr="A screen shot of a computer program&#10;&#10;Description automatically generated">
            <a:extLst>
              <a:ext uri="{FF2B5EF4-FFF2-40B4-BE49-F238E27FC236}">
                <a16:creationId xmlns:a16="http://schemas.microsoft.com/office/drawing/2014/main" id="{0196D765-5F53-D4AA-7215-C6DF9F433125}"/>
              </a:ext>
            </a:extLst>
          </p:cNvPr>
          <p:cNvPicPr>
            <a:picLocks noChangeAspect="1"/>
          </p:cNvPicPr>
          <p:nvPr/>
        </p:nvPicPr>
        <p:blipFill>
          <a:blip r:embed="rId4"/>
          <a:stretch>
            <a:fillRect/>
          </a:stretch>
        </p:blipFill>
        <p:spPr>
          <a:xfrm>
            <a:off x="1119995" y="1946172"/>
            <a:ext cx="5825705" cy="3088519"/>
          </a:xfrm>
          <a:prstGeom prst="rect">
            <a:avLst/>
          </a:prstGeom>
        </p:spPr>
      </p:pic>
    </p:spTree>
    <p:extLst>
      <p:ext uri="{BB962C8B-B14F-4D97-AF65-F5344CB8AC3E}">
        <p14:creationId xmlns:p14="http://schemas.microsoft.com/office/powerpoint/2010/main" val="1620524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B48457-E73B-1EA5-1531-282A75AF18AA}"/>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3" name="Title 2">
            <a:extLst>
              <a:ext uri="{FF2B5EF4-FFF2-40B4-BE49-F238E27FC236}">
                <a16:creationId xmlns:a16="http://schemas.microsoft.com/office/drawing/2014/main" id="{F3D6B22D-37AA-C334-F07C-DAC295C9CDCE}"/>
              </a:ext>
            </a:extLst>
          </p:cNvPr>
          <p:cNvSpPr>
            <a:spLocks noGrp="1"/>
          </p:cNvSpPr>
          <p:nvPr>
            <p:ph type="title"/>
          </p:nvPr>
        </p:nvSpPr>
        <p:spPr>
          <a:xfrm>
            <a:off x="667932" y="492119"/>
            <a:ext cx="10132340" cy="623127"/>
          </a:xfrm>
        </p:spPr>
        <p:txBody>
          <a:bodyPr>
            <a:normAutofit/>
          </a:bodyPr>
          <a:lstStyle/>
          <a:p>
            <a:r>
              <a:rPr lang="en-US" sz="3200"/>
              <a:t>Ego vehicle:</a:t>
            </a:r>
            <a:endParaRPr lang="en-US"/>
          </a:p>
        </p:txBody>
      </p:sp>
      <p:sp>
        <p:nvSpPr>
          <p:cNvPr id="4" name="TextBox 3">
            <a:extLst>
              <a:ext uri="{FF2B5EF4-FFF2-40B4-BE49-F238E27FC236}">
                <a16:creationId xmlns:a16="http://schemas.microsoft.com/office/drawing/2014/main" id="{CCDF99A7-8872-FE59-A48E-D95D89D24821}"/>
              </a:ext>
            </a:extLst>
          </p:cNvPr>
          <p:cNvSpPr txBox="1"/>
          <p:nvPr/>
        </p:nvSpPr>
        <p:spPr>
          <a:xfrm>
            <a:off x="664434" y="1124785"/>
            <a:ext cx="7132029"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Defines ego vehicle behavior and integrates </a:t>
            </a:r>
            <a:r>
              <a:rPr lang="en-US" b="1" err="1">
                <a:ea typeface="+mn-lt"/>
                <a:cs typeface="+mn-lt"/>
              </a:rPr>
              <a:t>Frenet</a:t>
            </a:r>
            <a:r>
              <a:rPr lang="en-US" b="1">
                <a:ea typeface="+mn-lt"/>
                <a:cs typeface="+mn-lt"/>
              </a:rPr>
              <a:t> paths.</a:t>
            </a:r>
            <a:endParaRPr lang="en-US">
              <a:ea typeface="+mn-lt"/>
              <a:cs typeface="+mn-lt"/>
            </a:endParaRPr>
          </a:p>
          <a:p>
            <a:endParaRPr lang="en-US" sz="1100" b="1">
              <a:ea typeface="Calibri"/>
              <a:cs typeface="Calibri"/>
            </a:endParaRPr>
          </a:p>
          <a:p>
            <a:pPr marL="285750" indent="-285750">
              <a:buFont typeface="Arial"/>
              <a:buChar char="•"/>
            </a:pPr>
            <a:r>
              <a:rPr lang="en-GB" b="1"/>
              <a:t>Lateral Path</a:t>
            </a:r>
            <a:r>
              <a:rPr lang="en-GB"/>
              <a:t>: A </a:t>
            </a:r>
            <a:r>
              <a:rPr lang="en-GB" b="1"/>
              <a:t>quintic polynomial</a:t>
            </a:r>
            <a:r>
              <a:rPr lang="en-GB"/>
              <a:t> is used to calculate lateral displacement (d) as a function of time.</a:t>
            </a:r>
            <a:endParaRPr lang="en-GB">
              <a:ea typeface="Calibri"/>
              <a:cs typeface="Calibri"/>
            </a:endParaRPr>
          </a:p>
          <a:p>
            <a:endParaRPr lang="en-GB">
              <a:solidFill>
                <a:srgbClr val="2F5597"/>
              </a:solidFill>
              <a:latin typeface="Helvetica Neue"/>
            </a:endParaRPr>
          </a:p>
          <a:p>
            <a:endParaRPr lang="en-GB">
              <a:solidFill>
                <a:schemeClr val="accent1">
                  <a:lumMod val="75000"/>
                </a:schemeClr>
              </a:solidFill>
              <a:latin typeface="Helvetica Neue"/>
            </a:endParaRPr>
          </a:p>
          <a:p>
            <a:pPr marL="285750" indent="-285750">
              <a:buFont typeface="Arial"/>
              <a:buChar char="•"/>
            </a:pPr>
            <a:r>
              <a:rPr lang="en-GB" b="1"/>
              <a:t>Longitudinal Path</a:t>
            </a:r>
            <a:r>
              <a:rPr lang="en-GB"/>
              <a:t>: A </a:t>
            </a:r>
            <a:r>
              <a:rPr lang="en-GB" b="1"/>
              <a:t>quartic polynomial</a:t>
            </a:r>
            <a:r>
              <a:rPr lang="en-GB"/>
              <a:t> is used to calculate longitudinal position (s) as a function of time.</a:t>
            </a:r>
            <a:endParaRPr lang="en-GB">
              <a:ea typeface="Calibri"/>
              <a:cs typeface="Calibri"/>
            </a:endParaRPr>
          </a:p>
          <a:p>
            <a:pPr marL="285750" indent="-285750">
              <a:buFont typeface="Arial"/>
              <a:buChar char="•"/>
            </a:pPr>
            <a:endParaRPr lang="en-US"/>
          </a:p>
          <a:p>
            <a:pPr marL="285750" indent="-285750">
              <a:buFont typeface="Arial"/>
              <a:buChar char="•"/>
            </a:pPr>
            <a:endParaRPr lang="en-US">
              <a:solidFill>
                <a:srgbClr val="000000"/>
              </a:solidFill>
              <a:latin typeface="Calibri"/>
              <a:ea typeface="Calibri"/>
              <a:cs typeface="Calibri"/>
            </a:endParaRPr>
          </a:p>
          <a:p>
            <a:pPr marL="285750" indent="-285750">
              <a:buFont typeface="Arial"/>
              <a:buChar char="•"/>
            </a:pPr>
            <a:endParaRPr lang="en-US">
              <a:ea typeface="Calibri"/>
              <a:cs typeface="Calibri"/>
            </a:endParaRPr>
          </a:p>
          <a:p>
            <a:pPr marL="285750" indent="-285750">
              <a:buFont typeface="Arial,Sans-Serif"/>
              <a:buChar char="•"/>
            </a:pPr>
            <a:r>
              <a:rPr lang="en-US" b="1" err="1">
                <a:ea typeface="Calibri"/>
                <a:cs typeface="Calibri"/>
              </a:rPr>
              <a:t>Frenet</a:t>
            </a:r>
            <a:r>
              <a:rPr lang="en-US" b="1">
                <a:ea typeface="Calibri"/>
                <a:cs typeface="Calibri"/>
              </a:rPr>
              <a:t> Path Selection</a:t>
            </a:r>
            <a:r>
              <a:rPr lang="en-US">
                <a:ea typeface="Calibri"/>
                <a:cs typeface="Calibri"/>
              </a:rPr>
              <a:t>: Chooses optimal path using dynamic constraints.</a:t>
            </a:r>
          </a:p>
          <a:p>
            <a:pPr marL="285750" indent="-285750">
              <a:buFont typeface="Arial"/>
              <a:buChar char="•"/>
            </a:pPr>
            <a:endParaRPr lang="en-US">
              <a:ea typeface="Calibri"/>
              <a:cs typeface="Calibri"/>
            </a:endParaRPr>
          </a:p>
        </p:txBody>
      </p:sp>
      <p:pic>
        <p:nvPicPr>
          <p:cNvPr id="1026" name="Picture 2" descr="A 2D technical illustration of an ego vehicle in an autonomous navigation context. The vehicle is shown centered on a road, with a clear representation of its dimensions, orientation, and sensors. Arrows or lines depict the vehicle's perception range and potential trajectory. The road includes lane markings, and the design is minimalistic and clean, suitable for technical presentations or educational purposes.">
            <a:extLst>
              <a:ext uri="{FF2B5EF4-FFF2-40B4-BE49-F238E27FC236}">
                <a16:creationId xmlns:a16="http://schemas.microsoft.com/office/drawing/2014/main" id="{F1F0F6E5-6FEB-F529-E957-8A04C48CA7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9280" y="1650586"/>
            <a:ext cx="3913473" cy="391347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black background with white text&#10;&#10;Description automatically generated">
            <a:extLst>
              <a:ext uri="{FF2B5EF4-FFF2-40B4-BE49-F238E27FC236}">
                <a16:creationId xmlns:a16="http://schemas.microsoft.com/office/drawing/2014/main" id="{385A7E74-EBB4-7EF8-2625-E724AD182359}"/>
              </a:ext>
            </a:extLst>
          </p:cNvPr>
          <p:cNvPicPr>
            <a:picLocks noChangeAspect="1"/>
          </p:cNvPicPr>
          <p:nvPr/>
        </p:nvPicPr>
        <p:blipFill>
          <a:blip r:embed="rId3"/>
          <a:stretch>
            <a:fillRect/>
          </a:stretch>
        </p:blipFill>
        <p:spPr>
          <a:xfrm>
            <a:off x="1329906" y="2175474"/>
            <a:ext cx="5060831" cy="566109"/>
          </a:xfrm>
          <a:prstGeom prst="rect">
            <a:avLst/>
          </a:prstGeom>
        </p:spPr>
      </p:pic>
      <p:pic>
        <p:nvPicPr>
          <p:cNvPr id="6" name="Picture 5">
            <a:extLst>
              <a:ext uri="{FF2B5EF4-FFF2-40B4-BE49-F238E27FC236}">
                <a16:creationId xmlns:a16="http://schemas.microsoft.com/office/drawing/2014/main" id="{AD9AD745-9DF7-D400-43BD-149F2DC1E068}"/>
              </a:ext>
            </a:extLst>
          </p:cNvPr>
          <p:cNvPicPr>
            <a:picLocks noChangeAspect="1"/>
          </p:cNvPicPr>
          <p:nvPr/>
        </p:nvPicPr>
        <p:blipFill>
          <a:blip r:embed="rId4"/>
          <a:stretch>
            <a:fillRect/>
          </a:stretch>
        </p:blipFill>
        <p:spPr>
          <a:xfrm>
            <a:off x="1333590" y="3325034"/>
            <a:ext cx="5082216" cy="552989"/>
          </a:xfrm>
          <a:prstGeom prst="rect">
            <a:avLst/>
          </a:prstGeom>
        </p:spPr>
      </p:pic>
      <p:pic>
        <p:nvPicPr>
          <p:cNvPr id="7" name="Picture 6" descr="A screen shot of a computer code&#10;&#10;Description automatically generated">
            <a:extLst>
              <a:ext uri="{FF2B5EF4-FFF2-40B4-BE49-F238E27FC236}">
                <a16:creationId xmlns:a16="http://schemas.microsoft.com/office/drawing/2014/main" id="{51BC4A16-10C3-E9A8-A955-33E96130D739}"/>
              </a:ext>
            </a:extLst>
          </p:cNvPr>
          <p:cNvPicPr>
            <a:picLocks noChangeAspect="1"/>
          </p:cNvPicPr>
          <p:nvPr/>
        </p:nvPicPr>
        <p:blipFill>
          <a:blip r:embed="rId5"/>
          <a:stretch>
            <a:fillRect/>
          </a:stretch>
        </p:blipFill>
        <p:spPr>
          <a:xfrm>
            <a:off x="969662" y="4465878"/>
            <a:ext cx="6428296" cy="1678737"/>
          </a:xfrm>
          <a:prstGeom prst="rect">
            <a:avLst/>
          </a:prstGeom>
        </p:spPr>
      </p:pic>
    </p:spTree>
    <p:extLst>
      <p:ext uri="{BB962C8B-B14F-4D97-AF65-F5344CB8AC3E}">
        <p14:creationId xmlns:p14="http://schemas.microsoft.com/office/powerpoint/2010/main" val="957484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A8A6A3-3410-54A5-9BE1-EE13474985CA}"/>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3" name="Title 2">
            <a:extLst>
              <a:ext uri="{FF2B5EF4-FFF2-40B4-BE49-F238E27FC236}">
                <a16:creationId xmlns:a16="http://schemas.microsoft.com/office/drawing/2014/main" id="{6AB1EE8B-AE1D-373E-A2CE-54F73498F6F5}"/>
              </a:ext>
            </a:extLst>
          </p:cNvPr>
          <p:cNvSpPr>
            <a:spLocks noGrp="1"/>
          </p:cNvSpPr>
          <p:nvPr>
            <p:ph type="title"/>
          </p:nvPr>
        </p:nvSpPr>
        <p:spPr/>
        <p:txBody>
          <a:bodyPr/>
          <a:lstStyle/>
          <a:p>
            <a:r>
              <a:rPr lang="en-DE"/>
              <a:t> </a:t>
            </a:r>
          </a:p>
        </p:txBody>
      </p:sp>
      <p:sp>
        <p:nvSpPr>
          <p:cNvPr id="5" name="TextBox 4">
            <a:extLst>
              <a:ext uri="{FF2B5EF4-FFF2-40B4-BE49-F238E27FC236}">
                <a16:creationId xmlns:a16="http://schemas.microsoft.com/office/drawing/2014/main" id="{EBF8201C-E529-AA0D-C47E-3D9E26F2CFD2}"/>
              </a:ext>
            </a:extLst>
          </p:cNvPr>
          <p:cNvSpPr txBox="1"/>
          <p:nvPr/>
        </p:nvSpPr>
        <p:spPr>
          <a:xfrm>
            <a:off x="693019" y="985158"/>
            <a:ext cx="7343100" cy="3416320"/>
          </a:xfrm>
          <a:prstGeom prst="rect">
            <a:avLst/>
          </a:prstGeom>
          <a:noFill/>
        </p:spPr>
        <p:txBody>
          <a:bodyPr wrap="none" lIns="91440" tIns="45720" rIns="91440" bIns="45720" rtlCol="0" anchor="t">
            <a:spAutoFit/>
          </a:bodyPr>
          <a:lstStyle/>
          <a:p>
            <a:endParaRPr lang="en-US">
              <a:solidFill>
                <a:schemeClr val="accent1">
                  <a:lumMod val="75000"/>
                </a:schemeClr>
              </a:solidFill>
              <a:ea typeface="+mn-lt"/>
              <a:cs typeface="+mn-lt"/>
            </a:endParaRPr>
          </a:p>
          <a:p>
            <a:pPr marL="285750" indent="-285750">
              <a:buFont typeface="Arial" panose="020B0604020202020204" pitchFamily="34" charset="0"/>
              <a:buChar char="•"/>
            </a:pPr>
            <a:r>
              <a:rPr lang="en-US" b="1">
                <a:ea typeface="+mn-lt"/>
                <a:cs typeface="+mn-lt"/>
              </a:rPr>
              <a:t>Dynamic Velocity Adjustment</a:t>
            </a:r>
            <a:r>
              <a:rPr lang="en-US">
                <a:ea typeface="+mn-lt"/>
                <a:cs typeface="+mn-lt"/>
              </a:rPr>
              <a:t>: Adjusts speed based on obstacle distance.</a:t>
            </a:r>
          </a:p>
          <a:p>
            <a:endParaRPr lang="en-DE"/>
          </a:p>
          <a:p>
            <a:endParaRPr lang="en-DE"/>
          </a:p>
          <a:p>
            <a:endParaRPr lang="en-DE"/>
          </a:p>
          <a:p>
            <a:endParaRPr lang="en-US" b="1">
              <a:ea typeface="+mn-lt"/>
              <a:cs typeface="+mn-lt"/>
            </a:endParaRPr>
          </a:p>
          <a:p>
            <a:endParaRPr lang="en-US" b="1">
              <a:ea typeface="+mn-lt"/>
              <a:cs typeface="+mn-lt"/>
            </a:endParaRPr>
          </a:p>
          <a:p>
            <a:endParaRPr lang="en-US" b="1">
              <a:ea typeface="+mn-lt"/>
              <a:cs typeface="+mn-lt"/>
            </a:endParaRPr>
          </a:p>
          <a:p>
            <a:endParaRPr lang="en-US" b="1">
              <a:ea typeface="+mn-lt"/>
              <a:cs typeface="+mn-lt"/>
            </a:endParaRPr>
          </a:p>
          <a:p>
            <a:endParaRPr lang="en-US" b="1">
              <a:ea typeface="+mn-lt"/>
              <a:cs typeface="+mn-lt"/>
            </a:endParaRPr>
          </a:p>
          <a:p>
            <a:endParaRPr lang="en-US" b="1">
              <a:ea typeface="+mn-lt"/>
              <a:cs typeface="+mn-lt"/>
            </a:endParaRPr>
          </a:p>
          <a:p>
            <a:endParaRPr lang="en-US" b="1">
              <a:ea typeface="+mn-lt"/>
              <a:cs typeface="+mn-lt"/>
            </a:endParaRPr>
          </a:p>
        </p:txBody>
      </p:sp>
      <p:pic>
        <p:nvPicPr>
          <p:cNvPr id="6" name="Picture 5">
            <a:extLst>
              <a:ext uri="{FF2B5EF4-FFF2-40B4-BE49-F238E27FC236}">
                <a16:creationId xmlns:a16="http://schemas.microsoft.com/office/drawing/2014/main" id="{CC53B3DA-3224-5520-689A-23C3EF3E0A71}"/>
              </a:ext>
            </a:extLst>
          </p:cNvPr>
          <p:cNvPicPr>
            <a:picLocks noChangeAspect="1"/>
          </p:cNvPicPr>
          <p:nvPr/>
        </p:nvPicPr>
        <p:blipFill>
          <a:blip r:embed="rId2"/>
          <a:stretch>
            <a:fillRect/>
          </a:stretch>
        </p:blipFill>
        <p:spPr>
          <a:xfrm>
            <a:off x="692577" y="3741350"/>
            <a:ext cx="7718003" cy="2792556"/>
          </a:xfrm>
          <a:prstGeom prst="rect">
            <a:avLst/>
          </a:prstGeom>
        </p:spPr>
      </p:pic>
      <p:pic>
        <p:nvPicPr>
          <p:cNvPr id="7" name="Picture 6">
            <a:extLst>
              <a:ext uri="{FF2B5EF4-FFF2-40B4-BE49-F238E27FC236}">
                <a16:creationId xmlns:a16="http://schemas.microsoft.com/office/drawing/2014/main" id="{652C1F60-BD56-F190-1952-67D35BD6B98C}"/>
              </a:ext>
            </a:extLst>
          </p:cNvPr>
          <p:cNvPicPr>
            <a:picLocks noChangeAspect="1"/>
          </p:cNvPicPr>
          <p:nvPr/>
        </p:nvPicPr>
        <p:blipFill>
          <a:blip r:embed="rId3"/>
          <a:stretch>
            <a:fillRect/>
          </a:stretch>
        </p:blipFill>
        <p:spPr>
          <a:xfrm>
            <a:off x="8410580" y="1721308"/>
            <a:ext cx="3497036" cy="3497036"/>
          </a:xfrm>
          <a:prstGeom prst="rect">
            <a:avLst/>
          </a:prstGeom>
        </p:spPr>
      </p:pic>
      <p:pic>
        <p:nvPicPr>
          <p:cNvPr id="8" name="Picture 7">
            <a:extLst>
              <a:ext uri="{FF2B5EF4-FFF2-40B4-BE49-F238E27FC236}">
                <a16:creationId xmlns:a16="http://schemas.microsoft.com/office/drawing/2014/main" id="{00650062-665A-5779-7C43-93EB0BE9E8C6}"/>
              </a:ext>
            </a:extLst>
          </p:cNvPr>
          <p:cNvPicPr>
            <a:picLocks noChangeAspect="1"/>
          </p:cNvPicPr>
          <p:nvPr/>
        </p:nvPicPr>
        <p:blipFill>
          <a:blip r:embed="rId4"/>
          <a:stretch>
            <a:fillRect/>
          </a:stretch>
        </p:blipFill>
        <p:spPr>
          <a:xfrm>
            <a:off x="693019" y="1721308"/>
            <a:ext cx="7623208" cy="1950414"/>
          </a:xfrm>
          <a:prstGeom prst="rect">
            <a:avLst/>
          </a:prstGeom>
        </p:spPr>
      </p:pic>
    </p:spTree>
    <p:extLst>
      <p:ext uri="{BB962C8B-B14F-4D97-AF65-F5344CB8AC3E}">
        <p14:creationId xmlns:p14="http://schemas.microsoft.com/office/powerpoint/2010/main" val="1751664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8037A3-0EFA-240C-6060-7DE61D129E8A}"/>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5" name="TextBox 4">
            <a:extLst>
              <a:ext uri="{FF2B5EF4-FFF2-40B4-BE49-F238E27FC236}">
                <a16:creationId xmlns:a16="http://schemas.microsoft.com/office/drawing/2014/main" id="{BBA821CA-F97E-3018-C816-41E1F614C827}"/>
              </a:ext>
            </a:extLst>
          </p:cNvPr>
          <p:cNvSpPr txBox="1"/>
          <p:nvPr/>
        </p:nvSpPr>
        <p:spPr>
          <a:xfrm>
            <a:off x="587141" y="912373"/>
            <a:ext cx="9721516" cy="1200329"/>
          </a:xfrm>
          <a:prstGeom prst="rect">
            <a:avLst/>
          </a:prstGeom>
          <a:noFill/>
        </p:spPr>
        <p:txBody>
          <a:bodyPr wrap="square" rtlCol="0">
            <a:spAutoFit/>
          </a:bodyPr>
          <a:lstStyle/>
          <a:p>
            <a:pPr marL="285750" indent="-285750">
              <a:buFont typeface="Arial" panose="020B0604020202020204" pitchFamily="34" charset="0"/>
              <a:buChar char="•"/>
            </a:pPr>
            <a:r>
              <a:rPr lang="en-DE" b="1"/>
              <a:t>Collision check: </a:t>
            </a:r>
            <a:r>
              <a:rPr lang="en-GB"/>
              <a:t>The function determines if the ego vehicle is too close to the obstacle by performing the following steps:</a:t>
            </a:r>
            <a:br>
              <a:rPr lang="en-DE" b="1"/>
            </a:br>
            <a:br>
              <a:rPr lang="en-DE" b="1"/>
            </a:br>
            <a:endParaRPr lang="en-DE" b="1"/>
          </a:p>
        </p:txBody>
      </p:sp>
      <p:pic>
        <p:nvPicPr>
          <p:cNvPr id="6" name="Picture 5">
            <a:extLst>
              <a:ext uri="{FF2B5EF4-FFF2-40B4-BE49-F238E27FC236}">
                <a16:creationId xmlns:a16="http://schemas.microsoft.com/office/drawing/2014/main" id="{EA07D04C-B0E0-B11A-D5BE-9F4FEF2FFCF5}"/>
              </a:ext>
            </a:extLst>
          </p:cNvPr>
          <p:cNvPicPr>
            <a:picLocks noChangeAspect="1"/>
          </p:cNvPicPr>
          <p:nvPr/>
        </p:nvPicPr>
        <p:blipFill>
          <a:blip r:embed="rId2"/>
          <a:stretch>
            <a:fillRect/>
          </a:stretch>
        </p:blipFill>
        <p:spPr>
          <a:xfrm>
            <a:off x="838200" y="2900762"/>
            <a:ext cx="6717632" cy="3498574"/>
          </a:xfrm>
          <a:prstGeom prst="rect">
            <a:avLst/>
          </a:prstGeom>
        </p:spPr>
      </p:pic>
      <p:sp>
        <p:nvSpPr>
          <p:cNvPr id="8" name="Content Placeholder 7">
            <a:extLst>
              <a:ext uri="{FF2B5EF4-FFF2-40B4-BE49-F238E27FC236}">
                <a16:creationId xmlns:a16="http://schemas.microsoft.com/office/drawing/2014/main" id="{6FA08DC5-83E4-DDFA-7B65-FA0EEBBCAC86}"/>
              </a:ext>
            </a:extLst>
          </p:cNvPr>
          <p:cNvSpPr>
            <a:spLocks noGrp="1"/>
          </p:cNvSpPr>
          <p:nvPr>
            <p:ph sz="quarter" idx="13"/>
          </p:nvPr>
        </p:nvSpPr>
        <p:spPr/>
        <p:txBody>
          <a:bodyPr/>
          <a:lstStyle/>
          <a:p>
            <a:r>
              <a:rPr lang="en-DE"/>
              <a:t> </a:t>
            </a:r>
          </a:p>
        </p:txBody>
      </p:sp>
      <p:sp>
        <p:nvSpPr>
          <p:cNvPr id="10" name="Title 9">
            <a:extLst>
              <a:ext uri="{FF2B5EF4-FFF2-40B4-BE49-F238E27FC236}">
                <a16:creationId xmlns:a16="http://schemas.microsoft.com/office/drawing/2014/main" id="{59E5BD34-4211-FD08-600F-0666D38414FE}"/>
              </a:ext>
            </a:extLst>
          </p:cNvPr>
          <p:cNvSpPr>
            <a:spLocks noGrp="1"/>
          </p:cNvSpPr>
          <p:nvPr>
            <p:ph type="title"/>
          </p:nvPr>
        </p:nvSpPr>
        <p:spPr/>
        <p:txBody>
          <a:bodyPr/>
          <a:lstStyle/>
          <a:p>
            <a:r>
              <a:rPr lang="en-DE"/>
              <a:t> </a:t>
            </a:r>
          </a:p>
        </p:txBody>
      </p:sp>
      <p:pic>
        <p:nvPicPr>
          <p:cNvPr id="11" name="Picture 10">
            <a:extLst>
              <a:ext uri="{FF2B5EF4-FFF2-40B4-BE49-F238E27FC236}">
                <a16:creationId xmlns:a16="http://schemas.microsoft.com/office/drawing/2014/main" id="{E232BE4C-DFD6-1D3D-F736-8E8538D2A3AA}"/>
              </a:ext>
            </a:extLst>
          </p:cNvPr>
          <p:cNvPicPr>
            <a:picLocks noChangeAspect="1"/>
          </p:cNvPicPr>
          <p:nvPr/>
        </p:nvPicPr>
        <p:blipFill>
          <a:blip r:embed="rId3"/>
          <a:stretch>
            <a:fillRect/>
          </a:stretch>
        </p:blipFill>
        <p:spPr>
          <a:xfrm>
            <a:off x="8229600" y="1707408"/>
            <a:ext cx="3758934" cy="3758934"/>
          </a:xfrm>
          <a:prstGeom prst="rect">
            <a:avLst/>
          </a:prstGeom>
        </p:spPr>
      </p:pic>
      <p:pic>
        <p:nvPicPr>
          <p:cNvPr id="13" name="Picture 12" descr="A computer code with colorful text&#10;&#10;Description automatically generated">
            <a:extLst>
              <a:ext uri="{FF2B5EF4-FFF2-40B4-BE49-F238E27FC236}">
                <a16:creationId xmlns:a16="http://schemas.microsoft.com/office/drawing/2014/main" id="{9AEB6925-3DBE-65FB-91C2-052F0D9201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9062" y="1533159"/>
            <a:ext cx="5755907" cy="1347774"/>
          </a:xfrm>
          <a:prstGeom prst="rect">
            <a:avLst/>
          </a:prstGeom>
        </p:spPr>
      </p:pic>
    </p:spTree>
    <p:extLst>
      <p:ext uri="{BB962C8B-B14F-4D97-AF65-F5344CB8AC3E}">
        <p14:creationId xmlns:p14="http://schemas.microsoft.com/office/powerpoint/2010/main" val="1396337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6133025-CAA7-AE05-310E-5E9112616C31}"/>
              </a:ext>
            </a:extLst>
          </p:cNvPr>
          <p:cNvPicPr>
            <a:picLocks noChangeAspect="1"/>
          </p:cNvPicPr>
          <p:nvPr/>
        </p:nvPicPr>
        <p:blipFill>
          <a:blip r:embed="rId2"/>
          <a:srcRect l="7785" r="1818"/>
          <a:stretch/>
        </p:blipFill>
        <p:spPr>
          <a:xfrm>
            <a:off x="568692" y="657695"/>
            <a:ext cx="6486625" cy="6212300"/>
          </a:xfrm>
          <a:prstGeom prst="rect">
            <a:avLst/>
          </a:prstGeom>
        </p:spPr>
      </p:pic>
      <p:sp>
        <p:nvSpPr>
          <p:cNvPr id="2" name="Slide Number Placeholder 1">
            <a:extLst>
              <a:ext uri="{FF2B5EF4-FFF2-40B4-BE49-F238E27FC236}">
                <a16:creationId xmlns:a16="http://schemas.microsoft.com/office/drawing/2014/main" id="{FE5B9270-B59C-F06D-BA27-ACA098E875F3}"/>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3" name="Title 2">
            <a:extLst>
              <a:ext uri="{FF2B5EF4-FFF2-40B4-BE49-F238E27FC236}">
                <a16:creationId xmlns:a16="http://schemas.microsoft.com/office/drawing/2014/main" id="{4308C09B-ADD7-95BD-8AA5-1C291AE54074}"/>
              </a:ext>
            </a:extLst>
          </p:cNvPr>
          <p:cNvSpPr>
            <a:spLocks noGrp="1"/>
          </p:cNvSpPr>
          <p:nvPr>
            <p:ph type="title"/>
          </p:nvPr>
        </p:nvSpPr>
        <p:spPr/>
        <p:txBody>
          <a:bodyPr/>
          <a:lstStyle/>
          <a:p>
            <a:r>
              <a:rPr lang="en-DE"/>
              <a:t> </a:t>
            </a:r>
          </a:p>
        </p:txBody>
      </p:sp>
      <p:sp>
        <p:nvSpPr>
          <p:cNvPr id="4" name="Content Placeholder 3">
            <a:extLst>
              <a:ext uri="{FF2B5EF4-FFF2-40B4-BE49-F238E27FC236}">
                <a16:creationId xmlns:a16="http://schemas.microsoft.com/office/drawing/2014/main" id="{C2EF7FA3-103F-79B7-5977-CF995BF686CB}"/>
              </a:ext>
            </a:extLst>
          </p:cNvPr>
          <p:cNvSpPr>
            <a:spLocks noGrp="1"/>
          </p:cNvSpPr>
          <p:nvPr>
            <p:ph sz="quarter" idx="13"/>
          </p:nvPr>
        </p:nvSpPr>
        <p:spPr/>
        <p:txBody>
          <a:bodyPr/>
          <a:lstStyle/>
          <a:p>
            <a:r>
              <a:rPr lang="en-DE"/>
              <a:t> </a:t>
            </a:r>
          </a:p>
        </p:txBody>
      </p:sp>
      <p:sp>
        <p:nvSpPr>
          <p:cNvPr id="5" name="TextBox 4">
            <a:extLst>
              <a:ext uri="{FF2B5EF4-FFF2-40B4-BE49-F238E27FC236}">
                <a16:creationId xmlns:a16="http://schemas.microsoft.com/office/drawing/2014/main" id="{84DA4851-A022-F21B-9EAD-DDD979B3AB11}"/>
              </a:ext>
            </a:extLst>
          </p:cNvPr>
          <p:cNvSpPr txBox="1"/>
          <p:nvPr/>
        </p:nvSpPr>
        <p:spPr>
          <a:xfrm>
            <a:off x="568693" y="284043"/>
            <a:ext cx="10132340" cy="1200329"/>
          </a:xfrm>
          <a:prstGeom prst="rect">
            <a:avLst/>
          </a:prstGeom>
          <a:noFill/>
        </p:spPr>
        <p:txBody>
          <a:bodyPr wrap="square" rtlCol="0">
            <a:spAutoFit/>
          </a:bodyPr>
          <a:lstStyle/>
          <a:p>
            <a:r>
              <a:rPr lang="en-GB" b="1"/>
              <a:t>Cost Function in Path Planning</a:t>
            </a:r>
          </a:p>
          <a:p>
            <a:endParaRPr lang="en-GB"/>
          </a:p>
          <a:p>
            <a:r>
              <a:rPr lang="en-GB">
                <a:effectLst/>
              </a:rPr>
              <a:t>               </a:t>
            </a:r>
            <a:endParaRPr lang="en-GB"/>
          </a:p>
          <a:p>
            <a:endParaRPr lang="en-DE"/>
          </a:p>
        </p:txBody>
      </p:sp>
      <p:pic>
        <p:nvPicPr>
          <p:cNvPr id="6" name="Picture 5">
            <a:extLst>
              <a:ext uri="{FF2B5EF4-FFF2-40B4-BE49-F238E27FC236}">
                <a16:creationId xmlns:a16="http://schemas.microsoft.com/office/drawing/2014/main" id="{A88E1C33-8741-DC28-CFDC-71159089CD31}"/>
              </a:ext>
            </a:extLst>
          </p:cNvPr>
          <p:cNvPicPr>
            <a:picLocks noChangeAspect="1"/>
          </p:cNvPicPr>
          <p:nvPr/>
        </p:nvPicPr>
        <p:blipFill>
          <a:blip r:embed="rId3"/>
          <a:stretch>
            <a:fillRect/>
          </a:stretch>
        </p:blipFill>
        <p:spPr>
          <a:xfrm>
            <a:off x="6805059" y="549170"/>
            <a:ext cx="3512093" cy="3512093"/>
          </a:xfrm>
          <a:prstGeom prst="rect">
            <a:avLst/>
          </a:prstGeom>
        </p:spPr>
      </p:pic>
      <p:pic>
        <p:nvPicPr>
          <p:cNvPr id="8" name="Picture 7">
            <a:extLst>
              <a:ext uri="{FF2B5EF4-FFF2-40B4-BE49-F238E27FC236}">
                <a16:creationId xmlns:a16="http://schemas.microsoft.com/office/drawing/2014/main" id="{6235781D-846A-FD2D-E0FA-0C8583FC738C}"/>
              </a:ext>
            </a:extLst>
          </p:cNvPr>
          <p:cNvPicPr>
            <a:picLocks noChangeAspect="1"/>
          </p:cNvPicPr>
          <p:nvPr/>
        </p:nvPicPr>
        <p:blipFill>
          <a:blip r:embed="rId4"/>
          <a:stretch>
            <a:fillRect/>
          </a:stretch>
        </p:blipFill>
        <p:spPr>
          <a:xfrm>
            <a:off x="6064763" y="4434915"/>
            <a:ext cx="5242944" cy="1857500"/>
          </a:xfrm>
          <a:prstGeom prst="rect">
            <a:avLst/>
          </a:prstGeom>
        </p:spPr>
      </p:pic>
    </p:spTree>
    <p:extLst>
      <p:ext uri="{BB962C8B-B14F-4D97-AF65-F5344CB8AC3E}">
        <p14:creationId xmlns:p14="http://schemas.microsoft.com/office/powerpoint/2010/main" val="2881578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E847DA-7E6B-6052-0D7E-E7E462E0FD93}"/>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pic>
        <p:nvPicPr>
          <p:cNvPr id="5" name="Picture 4" descr="A screenshot of a computer&#10;&#10;Description automatically generated">
            <a:extLst>
              <a:ext uri="{FF2B5EF4-FFF2-40B4-BE49-F238E27FC236}">
                <a16:creationId xmlns:a16="http://schemas.microsoft.com/office/drawing/2014/main" id="{4C975B9C-8F84-4924-71C1-309500DA6876}"/>
              </a:ext>
            </a:extLst>
          </p:cNvPr>
          <p:cNvPicPr>
            <a:picLocks noChangeAspect="1"/>
          </p:cNvPicPr>
          <p:nvPr/>
        </p:nvPicPr>
        <p:blipFill>
          <a:blip r:embed="rId2"/>
          <a:stretch>
            <a:fillRect/>
          </a:stretch>
        </p:blipFill>
        <p:spPr>
          <a:xfrm>
            <a:off x="998867" y="2555666"/>
            <a:ext cx="5090304" cy="2796217"/>
          </a:xfrm>
          <a:prstGeom prst="rect">
            <a:avLst/>
          </a:prstGeom>
        </p:spPr>
      </p:pic>
      <p:sp>
        <p:nvSpPr>
          <p:cNvPr id="6" name="Title 2">
            <a:extLst>
              <a:ext uri="{FF2B5EF4-FFF2-40B4-BE49-F238E27FC236}">
                <a16:creationId xmlns:a16="http://schemas.microsoft.com/office/drawing/2014/main" id="{18391B22-8ADC-D766-922D-2FBDB80034C6}"/>
              </a:ext>
            </a:extLst>
          </p:cNvPr>
          <p:cNvSpPr txBox="1">
            <a:spLocks/>
          </p:cNvSpPr>
          <p:nvPr/>
        </p:nvSpPr>
        <p:spPr>
          <a:xfrm>
            <a:off x="1003132" y="973519"/>
            <a:ext cx="6379850" cy="1486784"/>
          </a:xfrm>
          <a:prstGeom prst="rect">
            <a:avLst/>
          </a:prstGeom>
        </p:spPr>
        <p:txBody>
          <a:bodyPr vert="horz" lIns="91440" tIns="45720" rIns="91440" bIns="45720" rtlCol="0" anchor="ctr">
            <a:normAutofit fontScale="25000" lnSpcReduction="20000"/>
          </a:bodyPr>
          <a:lstStyle>
            <a:defPPr>
              <a:defRPr lang="de-DE"/>
            </a:defPPr>
            <a:lvl1pPr marL="0" algn="l" defTabSz="914400" rtl="0" eaLnBrk="1" latinLnBrk="0" hangingPunct="1">
              <a:lnSpc>
                <a:spcPct val="90000"/>
              </a:lnSpc>
              <a:spcBef>
                <a:spcPct val="0"/>
              </a:spcBef>
              <a:buNone/>
              <a:defRPr sz="3000" b="1" kern="1200">
                <a:solidFill>
                  <a:srgbClr val="00599C"/>
                </a:solidFill>
                <a:latin typeface="TSTAR" panose="020B0604020202020204" charset="0"/>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0"/>
              <a:t>Misc:</a:t>
            </a:r>
          </a:p>
          <a:p>
            <a:endParaRPr lang="en-US">
              <a:latin typeface="TSTAR"/>
              <a:ea typeface="Calibri"/>
              <a:cs typeface="Calibri"/>
            </a:endParaRPr>
          </a:p>
          <a:p>
            <a:endParaRPr lang="en-US" sz="7200">
              <a:solidFill>
                <a:schemeClr val="tx1"/>
              </a:solidFill>
              <a:latin typeface="+mn-lt"/>
              <a:ea typeface="+mn-lt"/>
              <a:cs typeface="+mn-lt"/>
            </a:endParaRPr>
          </a:p>
          <a:p>
            <a:r>
              <a:rPr lang="en-US" sz="7200">
                <a:solidFill>
                  <a:schemeClr val="tx1"/>
                </a:solidFill>
                <a:latin typeface="+mn-lt"/>
                <a:ea typeface="+mn-lt"/>
                <a:cs typeface="+mn-lt"/>
              </a:rPr>
              <a:t>This file mostly consists of all the used constants for the program.</a:t>
            </a:r>
            <a:endParaRPr lang="en-US">
              <a:solidFill>
                <a:schemeClr val="tx1"/>
              </a:solidFill>
            </a:endParaRPr>
          </a:p>
          <a:p>
            <a:pPr marL="685800" indent="-685800">
              <a:buFont typeface="Arial"/>
              <a:buChar char="•"/>
            </a:pPr>
            <a:r>
              <a:rPr lang="en-US" sz="7200" b="0">
                <a:solidFill>
                  <a:schemeClr val="tx1"/>
                </a:solidFill>
                <a:latin typeface="+mn-lt"/>
                <a:ea typeface="+mn-lt"/>
                <a:cs typeface="+mn-lt"/>
              </a:rPr>
              <a:t>Car dimensions</a:t>
            </a:r>
          </a:p>
          <a:p>
            <a:pPr marL="685800" indent="-685800">
              <a:buFont typeface="Arial"/>
              <a:buChar char="•"/>
            </a:pPr>
            <a:r>
              <a:rPr lang="en-US" sz="7200" b="0">
                <a:solidFill>
                  <a:schemeClr val="tx1"/>
                </a:solidFill>
                <a:latin typeface="+mn-lt"/>
                <a:ea typeface="+mn-lt"/>
                <a:cs typeface="+mn-lt"/>
              </a:rPr>
              <a:t>Speed &amp; Acceleration limits</a:t>
            </a:r>
          </a:p>
          <a:p>
            <a:pPr marL="685800" indent="-685800">
              <a:buFont typeface="Arial"/>
              <a:buChar char="•"/>
            </a:pPr>
            <a:r>
              <a:rPr lang="en-US" sz="7200" b="0">
                <a:solidFill>
                  <a:schemeClr val="tx1"/>
                </a:solidFill>
                <a:latin typeface="+mn-lt"/>
                <a:ea typeface="+mn-lt"/>
                <a:cs typeface="+mn-lt"/>
              </a:rPr>
              <a:t>Path &amp; timings</a:t>
            </a:r>
          </a:p>
          <a:p>
            <a:pPr marL="685800" indent="-685800">
              <a:buFont typeface="Arial"/>
              <a:buChar char="•"/>
            </a:pPr>
            <a:r>
              <a:rPr lang="en-US" sz="7200" b="0">
                <a:solidFill>
                  <a:schemeClr val="tx1"/>
                </a:solidFill>
                <a:latin typeface="+mn-lt"/>
                <a:ea typeface="+mn-lt"/>
                <a:cs typeface="+mn-lt"/>
              </a:rPr>
              <a:t>Safety Parameters</a:t>
            </a:r>
            <a:endParaRPr lang="en-US" sz="4500" b="0">
              <a:solidFill>
                <a:schemeClr val="tx1"/>
              </a:solidFill>
              <a:latin typeface="+mn-lt"/>
              <a:ea typeface="Calibri"/>
              <a:cs typeface="Calibri"/>
            </a:endParaRPr>
          </a:p>
          <a:p>
            <a:endParaRPr lang="en-US" sz="4500">
              <a:solidFill>
                <a:schemeClr val="tx1"/>
              </a:solidFill>
              <a:latin typeface="+mn-lt"/>
              <a:ea typeface="Calibri"/>
              <a:cs typeface="Calibri"/>
            </a:endParaRPr>
          </a:p>
        </p:txBody>
      </p:sp>
      <p:pic>
        <p:nvPicPr>
          <p:cNvPr id="7" name="Picture 6" descr="A screenshot of a computer program&#10;&#10;Description automatically generated">
            <a:extLst>
              <a:ext uri="{FF2B5EF4-FFF2-40B4-BE49-F238E27FC236}">
                <a16:creationId xmlns:a16="http://schemas.microsoft.com/office/drawing/2014/main" id="{6A4B2554-14F9-8971-B5DA-F38149E09851}"/>
              </a:ext>
            </a:extLst>
          </p:cNvPr>
          <p:cNvPicPr>
            <a:picLocks noChangeAspect="1"/>
          </p:cNvPicPr>
          <p:nvPr/>
        </p:nvPicPr>
        <p:blipFill>
          <a:blip r:embed="rId3"/>
          <a:stretch>
            <a:fillRect/>
          </a:stretch>
        </p:blipFill>
        <p:spPr>
          <a:xfrm>
            <a:off x="6550953" y="2561326"/>
            <a:ext cx="4366584" cy="2784895"/>
          </a:xfrm>
          <a:prstGeom prst="rect">
            <a:avLst/>
          </a:prstGeom>
        </p:spPr>
      </p:pic>
    </p:spTree>
    <p:extLst>
      <p:ext uri="{BB962C8B-B14F-4D97-AF65-F5344CB8AC3E}">
        <p14:creationId xmlns:p14="http://schemas.microsoft.com/office/powerpoint/2010/main" val="3652976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37E07F-4D17-96FD-111B-DDBAABA16C53}"/>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3" name="Title 2">
            <a:extLst>
              <a:ext uri="{FF2B5EF4-FFF2-40B4-BE49-F238E27FC236}">
                <a16:creationId xmlns:a16="http://schemas.microsoft.com/office/drawing/2014/main" id="{7029E47E-D8A8-1744-DA51-807C0E7FB829}"/>
              </a:ext>
            </a:extLst>
          </p:cNvPr>
          <p:cNvSpPr>
            <a:spLocks noGrp="1"/>
          </p:cNvSpPr>
          <p:nvPr>
            <p:ph type="title"/>
          </p:nvPr>
        </p:nvSpPr>
        <p:spPr/>
        <p:txBody>
          <a:bodyPr/>
          <a:lstStyle/>
          <a:p>
            <a:r>
              <a:rPr lang="en-US">
                <a:latin typeface="TSTAR"/>
              </a:rPr>
              <a:t>Obstacles:</a:t>
            </a:r>
          </a:p>
        </p:txBody>
      </p:sp>
      <p:sp>
        <p:nvSpPr>
          <p:cNvPr id="4" name="TextBox 3">
            <a:extLst>
              <a:ext uri="{FF2B5EF4-FFF2-40B4-BE49-F238E27FC236}">
                <a16:creationId xmlns:a16="http://schemas.microsoft.com/office/drawing/2014/main" id="{013DCDBF-CE5D-698D-7CAB-473C1C893D70}"/>
              </a:ext>
            </a:extLst>
          </p:cNvPr>
          <p:cNvSpPr txBox="1"/>
          <p:nvPr/>
        </p:nvSpPr>
        <p:spPr>
          <a:xfrm>
            <a:off x="847219" y="1247170"/>
            <a:ext cx="5251356"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effectLst/>
                <a:latin typeface="Helvetica Neue"/>
              </a:rPr>
              <a:t>Simulate obstacle </a:t>
            </a:r>
            <a:r>
              <a:rPr lang="en-GB" b="1" err="1">
                <a:effectLst/>
                <a:latin typeface="Helvetica Neue"/>
              </a:rPr>
              <a:t>behavior</a:t>
            </a:r>
            <a:r>
              <a:rPr lang="en-GB" b="1">
                <a:effectLst/>
                <a:latin typeface="Helvetica Neue"/>
              </a:rPr>
              <a:t> and pedestrian interaction.</a:t>
            </a:r>
            <a:endParaRPr lang="en-GB">
              <a:effectLst/>
              <a:latin typeface="Helvetica Neue"/>
            </a:endParaRPr>
          </a:p>
          <a:p>
            <a:r>
              <a:rPr lang="en-US" b="1">
                <a:ea typeface="Calibri"/>
                <a:cs typeface="Calibri"/>
              </a:rPr>
              <a:t>Functionality:</a:t>
            </a:r>
            <a:endParaRPr lang="en-US">
              <a:ea typeface="Calibri"/>
              <a:cs typeface="Calibri"/>
            </a:endParaRPr>
          </a:p>
          <a:p>
            <a:pPr marL="285750" indent="-285750">
              <a:buFont typeface="Arial,Sans-Serif"/>
              <a:buChar char="•"/>
            </a:pPr>
            <a:r>
              <a:rPr lang="en-US" b="1" err="1">
                <a:ea typeface="Calibri"/>
                <a:cs typeface="Calibri"/>
              </a:rPr>
              <a:t>obstacle_planning</a:t>
            </a:r>
            <a:r>
              <a:rPr lang="en-US">
                <a:ea typeface="Calibri"/>
                <a:cs typeface="Calibri"/>
              </a:rPr>
              <a:t>: Generates obstacle paths.</a:t>
            </a:r>
          </a:p>
          <a:p>
            <a:pPr marL="285750" indent="-285750">
              <a:buFont typeface="Arial,Sans-Serif"/>
              <a:buChar char="•"/>
            </a:pPr>
            <a:endParaRPr lang="en-GB" sz="1200">
              <a:solidFill>
                <a:schemeClr val="accent1">
                  <a:lumMod val="75000"/>
                </a:schemeClr>
              </a:solidFill>
              <a:effectLst/>
              <a:latin typeface="Helvetica Neue" panose="02000503000000020004" pitchFamily="2" charset="0"/>
            </a:endParaRPr>
          </a:p>
        </p:txBody>
      </p:sp>
      <p:pic>
        <p:nvPicPr>
          <p:cNvPr id="7" name="Picture 6" descr="A computer screen shot of a program&#10;&#10;Description automatically generated">
            <a:extLst>
              <a:ext uri="{FF2B5EF4-FFF2-40B4-BE49-F238E27FC236}">
                <a16:creationId xmlns:a16="http://schemas.microsoft.com/office/drawing/2014/main" id="{B4EE0B87-E1E4-2002-245D-4B9709AF46AA}"/>
              </a:ext>
            </a:extLst>
          </p:cNvPr>
          <p:cNvPicPr>
            <a:picLocks noChangeAspect="1"/>
          </p:cNvPicPr>
          <p:nvPr/>
        </p:nvPicPr>
        <p:blipFill>
          <a:blip r:embed="rId2"/>
          <a:stretch>
            <a:fillRect/>
          </a:stretch>
        </p:blipFill>
        <p:spPr>
          <a:xfrm>
            <a:off x="6304743" y="1679936"/>
            <a:ext cx="5733867" cy="3841631"/>
          </a:xfrm>
          <a:prstGeom prst="rect">
            <a:avLst/>
          </a:prstGeom>
        </p:spPr>
      </p:pic>
      <p:sp>
        <p:nvSpPr>
          <p:cNvPr id="9" name="TextBox 8">
            <a:extLst>
              <a:ext uri="{FF2B5EF4-FFF2-40B4-BE49-F238E27FC236}">
                <a16:creationId xmlns:a16="http://schemas.microsoft.com/office/drawing/2014/main" id="{A4327F31-136D-5FDC-4299-7DD7665A2A39}"/>
              </a:ext>
            </a:extLst>
          </p:cNvPr>
          <p:cNvSpPr txBox="1"/>
          <p:nvPr/>
        </p:nvSpPr>
        <p:spPr>
          <a:xfrm>
            <a:off x="6355905" y="1033605"/>
            <a:ext cx="6097604" cy="646331"/>
          </a:xfrm>
          <a:prstGeom prst="rect">
            <a:avLst/>
          </a:prstGeom>
          <a:noFill/>
        </p:spPr>
        <p:txBody>
          <a:bodyPr wrap="square">
            <a:spAutoFit/>
          </a:bodyPr>
          <a:lstStyle/>
          <a:p>
            <a:pPr marL="285750" indent="-285750">
              <a:buFont typeface="Arial,Sans-Serif"/>
              <a:buChar char="•"/>
            </a:pPr>
            <a:r>
              <a:rPr lang="en-US" b="1" err="1">
                <a:ea typeface="Calibri"/>
                <a:cs typeface="Calibri"/>
              </a:rPr>
              <a:t>add_zebra_crossing_and_pedestrian</a:t>
            </a:r>
            <a:r>
              <a:rPr lang="en-US">
                <a:ea typeface="Calibri"/>
                <a:cs typeface="Calibri"/>
              </a:rPr>
              <a:t>: </a:t>
            </a:r>
          </a:p>
          <a:p>
            <a:r>
              <a:rPr lang="en-US">
                <a:ea typeface="Calibri"/>
                <a:cs typeface="Calibri"/>
              </a:rPr>
              <a:t>  Handles pedestrian-vehicle interaction.</a:t>
            </a:r>
          </a:p>
        </p:txBody>
      </p:sp>
      <p:pic>
        <p:nvPicPr>
          <p:cNvPr id="10" name="Picture 9">
            <a:extLst>
              <a:ext uri="{FF2B5EF4-FFF2-40B4-BE49-F238E27FC236}">
                <a16:creationId xmlns:a16="http://schemas.microsoft.com/office/drawing/2014/main" id="{AE2292C3-64DB-3B93-E2AD-A5008E93D53C}"/>
              </a:ext>
            </a:extLst>
          </p:cNvPr>
          <p:cNvPicPr>
            <a:picLocks noChangeAspect="1"/>
          </p:cNvPicPr>
          <p:nvPr/>
        </p:nvPicPr>
        <p:blipFill>
          <a:blip r:embed="rId3"/>
          <a:stretch>
            <a:fillRect/>
          </a:stretch>
        </p:blipFill>
        <p:spPr>
          <a:xfrm>
            <a:off x="567891" y="2513411"/>
            <a:ext cx="5659654" cy="2731497"/>
          </a:xfrm>
          <a:prstGeom prst="rect">
            <a:avLst/>
          </a:prstGeom>
        </p:spPr>
      </p:pic>
    </p:spTree>
    <p:extLst>
      <p:ext uri="{BB962C8B-B14F-4D97-AF65-F5344CB8AC3E}">
        <p14:creationId xmlns:p14="http://schemas.microsoft.com/office/powerpoint/2010/main" val="3302848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069D09-3382-0096-B0B6-E83B539D5507}"/>
              </a:ext>
            </a:extLst>
          </p:cNvPr>
          <p:cNvSpPr>
            <a:spLocks noGrp="1"/>
          </p:cNvSpPr>
          <p:nvPr>
            <p:ph type="sldNum"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5" name="Title 2">
            <a:extLst>
              <a:ext uri="{FF2B5EF4-FFF2-40B4-BE49-F238E27FC236}">
                <a16:creationId xmlns:a16="http://schemas.microsoft.com/office/drawing/2014/main" id="{7EA1556B-83B6-2929-A03A-47CFA4AF0BD4}"/>
              </a:ext>
            </a:extLst>
          </p:cNvPr>
          <p:cNvSpPr>
            <a:spLocks noGrp="1"/>
          </p:cNvSpPr>
          <p:nvPr/>
        </p:nvSpPr>
        <p:spPr>
          <a:xfrm>
            <a:off x="686456" y="209297"/>
            <a:ext cx="10132340" cy="7093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rgbClr val="00599C"/>
                </a:solidFill>
                <a:latin typeface="TSTAR" panose="020B0604020202020204" charset="0"/>
                <a:ea typeface="+mj-ea"/>
                <a:cs typeface="+mj-cs"/>
              </a:defRPr>
            </a:lvl1pPr>
          </a:lstStyle>
          <a:p>
            <a:r>
              <a:rPr lang="en-US"/>
              <a:t>Main:</a:t>
            </a:r>
          </a:p>
        </p:txBody>
      </p:sp>
      <p:sp>
        <p:nvSpPr>
          <p:cNvPr id="6" name="TextBox 3">
            <a:extLst>
              <a:ext uri="{FF2B5EF4-FFF2-40B4-BE49-F238E27FC236}">
                <a16:creationId xmlns:a16="http://schemas.microsoft.com/office/drawing/2014/main" id="{D9D3A932-EC42-2653-DD2A-D4B3D3543CE9}"/>
              </a:ext>
            </a:extLst>
          </p:cNvPr>
          <p:cNvSpPr txBox="1"/>
          <p:nvPr/>
        </p:nvSpPr>
        <p:spPr>
          <a:xfrm>
            <a:off x="686456" y="723285"/>
            <a:ext cx="10363200" cy="369331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ea typeface="+mn-lt"/>
                <a:cs typeface="+mn-lt"/>
              </a:rPr>
              <a:t>Purpose: Integrates all modules and runs the simulation loop.</a:t>
            </a:r>
            <a:endParaRPr lang="en-US"/>
          </a:p>
          <a:p>
            <a:r>
              <a:rPr lang="en-US" b="1">
                <a:ea typeface="+mn-lt"/>
                <a:cs typeface="+mn-lt"/>
              </a:rPr>
              <a:t>Key Features:</a:t>
            </a:r>
            <a:endParaRPr lang="en-US"/>
          </a:p>
          <a:p>
            <a:pPr marL="285750" indent="-285750">
              <a:buFont typeface="Arial"/>
              <a:buChar char="•"/>
            </a:pPr>
            <a:r>
              <a:rPr lang="en-US" b="1">
                <a:ea typeface="+mn-lt"/>
                <a:cs typeface="+mn-lt"/>
              </a:rPr>
              <a:t>Visualization</a:t>
            </a:r>
            <a:r>
              <a:rPr lang="en-US">
                <a:ea typeface="+mn-lt"/>
                <a:cs typeface="+mn-lt"/>
              </a:rPr>
              <a:t>: Displays the ego vehicle, obstacles, and pedestrians.</a:t>
            </a:r>
          </a:p>
          <a:p>
            <a:pPr marL="285750" indent="-285750">
              <a:buFont typeface="Arial"/>
              <a:buChar char="•"/>
            </a:pPr>
            <a:r>
              <a:rPr lang="en-US">
                <a:ea typeface="+mn-lt"/>
                <a:cs typeface="+mn-lt"/>
              </a:rPr>
              <a:t>Waypoints:</a:t>
            </a:r>
            <a:endParaRPr lang="en-US"/>
          </a:p>
          <a:p>
            <a:pPr marL="285750" indent="-285750">
              <a:buFont typeface="Arial"/>
              <a:buChar char="•"/>
            </a:pPr>
            <a:r>
              <a:rPr lang="en-US" b="1">
                <a:ea typeface="+mn-lt"/>
                <a:cs typeface="+mn-lt"/>
              </a:rPr>
              <a:t>Behavior Control</a:t>
            </a:r>
            <a:r>
              <a:rPr lang="en-US">
                <a:ea typeface="+mn-lt"/>
                <a:cs typeface="+mn-lt"/>
              </a:rPr>
              <a:t>: Manages path selection and updates positions.</a:t>
            </a:r>
          </a:p>
          <a:p>
            <a:pPr marL="285750" indent="-285750">
              <a:buFont typeface="Arial"/>
              <a:buChar char="•"/>
            </a:pPr>
            <a:endParaRPr lang="en-US">
              <a:ea typeface="+mn-lt"/>
              <a:cs typeface="+mn-lt"/>
            </a:endParaRPr>
          </a:p>
          <a:p>
            <a:pPr marL="285750" indent="-285750">
              <a:buFont typeface="Arial"/>
              <a:buChar char="•"/>
            </a:pPr>
            <a:endParaRPr lang="en-US">
              <a:ea typeface="+mn-lt"/>
              <a:cs typeface="+mn-lt"/>
            </a:endParaRPr>
          </a:p>
          <a:p>
            <a:pPr marL="285750" indent="-285750">
              <a:buFont typeface="Arial"/>
              <a:buChar char="•"/>
            </a:pPr>
            <a:endParaRPr lang="en-US">
              <a:ea typeface="+mn-lt"/>
              <a:cs typeface="+mn-lt"/>
            </a:endParaRPr>
          </a:p>
          <a:p>
            <a:pPr marL="285750" indent="-285750">
              <a:buFont typeface="Arial"/>
              <a:buChar char="•"/>
            </a:pPr>
            <a:endParaRPr lang="en-US" b="1">
              <a:ea typeface="+mn-lt"/>
              <a:cs typeface="+mn-lt"/>
            </a:endParaRPr>
          </a:p>
          <a:p>
            <a:pPr marL="285750" indent="-285750">
              <a:buFont typeface="Arial"/>
              <a:buChar char="•"/>
            </a:pPr>
            <a:endParaRPr lang="en-US" b="1">
              <a:ea typeface="+mn-lt"/>
              <a:cs typeface="+mn-lt"/>
            </a:endParaRPr>
          </a:p>
          <a:p>
            <a:endParaRPr lang="en-US" b="1">
              <a:ea typeface="+mn-lt"/>
              <a:cs typeface="+mn-lt"/>
            </a:endParaRPr>
          </a:p>
          <a:p>
            <a:pPr marL="285750" indent="-285750">
              <a:buFont typeface="Arial" panose="020B0604020202020204" pitchFamily="34" charset="0"/>
              <a:buChar char="•"/>
            </a:pPr>
            <a:r>
              <a:rPr lang="en-US" b="1">
                <a:ea typeface="+mn-lt"/>
                <a:cs typeface="+mn-lt"/>
              </a:rPr>
              <a:t>Pedestrian Logic:</a:t>
            </a:r>
            <a:endParaRPr lang="en-US" b="1"/>
          </a:p>
          <a:p>
            <a:endParaRPr lang="en-US"/>
          </a:p>
        </p:txBody>
      </p:sp>
      <p:pic>
        <p:nvPicPr>
          <p:cNvPr id="3" name="Picture 2">
            <a:extLst>
              <a:ext uri="{FF2B5EF4-FFF2-40B4-BE49-F238E27FC236}">
                <a16:creationId xmlns:a16="http://schemas.microsoft.com/office/drawing/2014/main" id="{0F798837-5741-1B3C-CF56-D1BBA49EF14F}"/>
              </a:ext>
            </a:extLst>
          </p:cNvPr>
          <p:cNvPicPr>
            <a:picLocks noChangeAspect="1"/>
          </p:cNvPicPr>
          <p:nvPr/>
        </p:nvPicPr>
        <p:blipFill>
          <a:blip r:embed="rId2"/>
          <a:srcRect t="33253"/>
          <a:stretch/>
        </p:blipFill>
        <p:spPr>
          <a:xfrm>
            <a:off x="2209800" y="1599879"/>
            <a:ext cx="7772400" cy="302647"/>
          </a:xfrm>
          <a:prstGeom prst="rect">
            <a:avLst/>
          </a:prstGeom>
        </p:spPr>
      </p:pic>
      <p:pic>
        <p:nvPicPr>
          <p:cNvPr id="4" name="Picture 3">
            <a:extLst>
              <a:ext uri="{FF2B5EF4-FFF2-40B4-BE49-F238E27FC236}">
                <a16:creationId xmlns:a16="http://schemas.microsoft.com/office/drawing/2014/main" id="{408BF7A3-754A-E44B-B9D8-BC5072ADD30C}"/>
              </a:ext>
            </a:extLst>
          </p:cNvPr>
          <p:cNvPicPr>
            <a:picLocks noChangeAspect="1"/>
          </p:cNvPicPr>
          <p:nvPr/>
        </p:nvPicPr>
        <p:blipFill>
          <a:blip r:embed="rId3"/>
          <a:stretch>
            <a:fillRect/>
          </a:stretch>
        </p:blipFill>
        <p:spPr>
          <a:xfrm>
            <a:off x="1142344" y="2155440"/>
            <a:ext cx="7772400" cy="1461848"/>
          </a:xfrm>
          <a:prstGeom prst="rect">
            <a:avLst/>
          </a:prstGeom>
        </p:spPr>
      </p:pic>
      <p:pic>
        <p:nvPicPr>
          <p:cNvPr id="7" name="Picture 6">
            <a:extLst>
              <a:ext uri="{FF2B5EF4-FFF2-40B4-BE49-F238E27FC236}">
                <a16:creationId xmlns:a16="http://schemas.microsoft.com/office/drawing/2014/main" id="{355AA784-9969-F236-6EA7-C74DAD18E5D5}"/>
              </a:ext>
            </a:extLst>
          </p:cNvPr>
          <p:cNvPicPr>
            <a:picLocks noChangeAspect="1"/>
          </p:cNvPicPr>
          <p:nvPr/>
        </p:nvPicPr>
        <p:blipFill>
          <a:blip r:embed="rId4"/>
          <a:stretch>
            <a:fillRect/>
          </a:stretch>
        </p:blipFill>
        <p:spPr>
          <a:xfrm>
            <a:off x="1142344" y="4036744"/>
            <a:ext cx="7772400" cy="2442754"/>
          </a:xfrm>
          <a:prstGeom prst="rect">
            <a:avLst/>
          </a:prstGeom>
        </p:spPr>
      </p:pic>
    </p:spTree>
    <p:extLst>
      <p:ext uri="{BB962C8B-B14F-4D97-AF65-F5344CB8AC3E}">
        <p14:creationId xmlns:p14="http://schemas.microsoft.com/office/powerpoint/2010/main" val="3888242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37346F-0250-4C02-2D3D-38C75F5F945E}"/>
              </a:ext>
            </a:extLst>
          </p:cNvPr>
          <p:cNvSpPr>
            <a:spLocks noGrp="1"/>
          </p:cNvSpPr>
          <p:nvPr>
            <p:ph idx="1"/>
          </p:nvPr>
        </p:nvSpPr>
        <p:spPr>
          <a:xfrm>
            <a:off x="972152" y="1417493"/>
            <a:ext cx="10044191" cy="4634964"/>
          </a:xfrm>
        </p:spPr>
        <p:txBody>
          <a:bodyPr>
            <a:noAutofit/>
          </a:bodyPr>
          <a:lstStyle/>
          <a:p>
            <a:pPr marL="0" indent="0">
              <a:buNone/>
            </a:pPr>
            <a:r>
              <a:rPr lang="en-US" sz="2800" b="1">
                <a:solidFill>
                  <a:srgbClr val="005A96"/>
                </a:solidFill>
                <a:latin typeface="Times New Roman" panose="02020603050405020304" pitchFamily="18" charset="0"/>
                <a:cs typeface="Times New Roman" panose="02020603050405020304" pitchFamily="18" charset="0"/>
              </a:rPr>
              <a:t>Advantages</a:t>
            </a:r>
            <a:r>
              <a:rPr lang="en-US" sz="3200" b="1">
                <a:solidFill>
                  <a:srgbClr val="005A96"/>
                </a:solidFill>
                <a:latin typeface="Times New Roman" panose="02020603050405020304" pitchFamily="18" charset="0"/>
                <a:cs typeface="Times New Roman" panose="02020603050405020304" pitchFamily="18" charset="0"/>
              </a:rPr>
              <a:t>:</a:t>
            </a:r>
          </a:p>
          <a:p>
            <a:pPr marL="0" indent="0">
              <a:buNone/>
            </a:pPr>
            <a:endParaRPr lang="en-US" b="1">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GB">
                <a:effectLst/>
                <a:latin typeface="+mn-lt"/>
              </a:rPr>
              <a:t>Classic , simple</a:t>
            </a:r>
            <a:r>
              <a:rPr lang="en-GB">
                <a:latin typeface="+mn-lt"/>
              </a:rPr>
              <a:t> and</a:t>
            </a:r>
            <a:r>
              <a:rPr lang="en-GB">
                <a:effectLst/>
                <a:latin typeface="+mn-lt"/>
              </a:rPr>
              <a:t> Efficient trajectory planning for different environments.</a:t>
            </a:r>
          </a:p>
          <a:p>
            <a:pPr marL="457200" lvl="1" indent="0">
              <a:buNone/>
            </a:pPr>
            <a:endParaRPr lang="en-GB">
              <a:effectLst/>
              <a:latin typeface="+mn-lt"/>
            </a:endParaRPr>
          </a:p>
          <a:p>
            <a:pPr lvl="1">
              <a:buFont typeface="Arial" panose="020B0604020202020204" pitchFamily="34" charset="0"/>
              <a:buChar char="•"/>
            </a:pPr>
            <a:r>
              <a:rPr lang="en-GB">
                <a:effectLst/>
                <a:latin typeface="+mn-lt"/>
              </a:rPr>
              <a:t>Best suited for structured roads like highways or well-marked roads.</a:t>
            </a:r>
          </a:p>
          <a:p>
            <a:pPr marL="457200" lvl="1" indent="0">
              <a:buNone/>
            </a:pPr>
            <a:endParaRPr lang="en-GB">
              <a:effectLst/>
              <a:latin typeface="+mn-lt"/>
            </a:endParaRPr>
          </a:p>
          <a:p>
            <a:pPr lvl="1">
              <a:buFont typeface="Arial" panose="020B0604020202020204" pitchFamily="34" charset="0"/>
              <a:buChar char="•"/>
            </a:pPr>
            <a:r>
              <a:rPr lang="en-GB">
                <a:effectLst/>
                <a:latin typeface="+mn-lt"/>
              </a:rPr>
              <a:t>Optimization-based local path planning in the </a:t>
            </a:r>
            <a:r>
              <a:rPr lang="en-GB" err="1">
                <a:effectLst/>
                <a:latin typeface="+mn-lt"/>
              </a:rPr>
              <a:t>Frenet</a:t>
            </a:r>
            <a:r>
              <a:rPr lang="en-GB">
                <a:effectLst/>
                <a:latin typeface="+mn-lt"/>
              </a:rPr>
              <a:t> frame.</a:t>
            </a:r>
          </a:p>
          <a:p>
            <a:pPr marL="457200" lvl="1" indent="0">
              <a:buNone/>
            </a:pPr>
            <a:endParaRPr lang="en-GB">
              <a:effectLst/>
              <a:latin typeface="+mn-lt"/>
            </a:endParaRPr>
          </a:p>
          <a:p>
            <a:pPr lvl="1">
              <a:buFont typeface="Arial" panose="020B0604020202020204" pitchFamily="34" charset="0"/>
              <a:buChar char="•"/>
            </a:pPr>
            <a:r>
              <a:rPr lang="en-GB">
                <a:latin typeface="+mn-lt"/>
              </a:rPr>
              <a:t>The ego vehicle dynamically adjusts its speed based on obstacles, pedestrian activity, and road geometry.</a:t>
            </a:r>
            <a:endParaRPr lang="en-GB">
              <a:effectLst/>
              <a:latin typeface="+mn-lt"/>
            </a:endParaRPr>
          </a:p>
          <a:p>
            <a:pPr marL="457200" lvl="1" indent="0">
              <a:buNone/>
            </a:pPr>
            <a:endParaRPr lang="en-GB">
              <a:effectLst/>
              <a:latin typeface="Helvetica Neue" panose="02000503000000020004" pitchFamily="2" charset="0"/>
            </a:endParaRPr>
          </a:p>
          <a:p>
            <a:pPr marL="0" indent="0">
              <a:buNone/>
            </a:pPr>
            <a:endParaRPr lang="en-US">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180B58D4-DA32-446B-6975-67B64E1AE6BE}"/>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Tree>
    <p:extLst>
      <p:ext uri="{BB962C8B-B14F-4D97-AF65-F5344CB8AC3E}">
        <p14:creationId xmlns:p14="http://schemas.microsoft.com/office/powerpoint/2010/main" val="1022393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4A5CB8-2CE7-9B6E-23BE-C34E39512580}"/>
              </a:ext>
            </a:extLst>
          </p:cNvPr>
          <p:cNvSpPr>
            <a:spLocks noGrp="1"/>
          </p:cNvSpPr>
          <p:nvPr>
            <p:ph idx="1"/>
          </p:nvPr>
        </p:nvSpPr>
        <p:spPr>
          <a:xfrm>
            <a:off x="578318" y="472166"/>
            <a:ext cx="10515600" cy="5246814"/>
          </a:xfrm>
        </p:spPr>
        <p:txBody>
          <a:bodyPr>
            <a:normAutofit/>
          </a:bodyPr>
          <a:lstStyle/>
          <a:p>
            <a:pPr marL="0" indent="0">
              <a:buNone/>
            </a:pPr>
            <a:r>
              <a:rPr lang="en-US" sz="3000" b="1">
                <a:solidFill>
                  <a:srgbClr val="005A96"/>
                </a:solidFill>
                <a:latin typeface="Times New Roman" panose="02020603050405020304" pitchFamily="18" charset="0"/>
                <a:cs typeface="Times New Roman" panose="02020603050405020304" pitchFamily="18" charset="0"/>
              </a:rPr>
              <a:t>Limitations</a:t>
            </a:r>
            <a:r>
              <a:rPr lang="en-US" sz="2400" b="1">
                <a:solidFill>
                  <a:srgbClr val="005A96"/>
                </a:solidFill>
                <a:latin typeface="Times New Roman" panose="02020603050405020304" pitchFamily="18" charset="0"/>
                <a:cs typeface="Times New Roman" panose="02020603050405020304" pitchFamily="18" charset="0"/>
              </a:rPr>
              <a:t>:</a:t>
            </a:r>
          </a:p>
          <a:p>
            <a:pPr marL="0" indent="0">
              <a:buNone/>
            </a:pPr>
            <a:r>
              <a:rPr lang="en-GB" b="1"/>
              <a:t>1. Simplified Pedestrian </a:t>
            </a:r>
            <a:r>
              <a:rPr lang="en-GB" b="1" err="1"/>
              <a:t>Modeling</a:t>
            </a:r>
            <a:endParaRPr lang="en-GB" b="1"/>
          </a:p>
          <a:p>
            <a:pPr>
              <a:buFont typeface="Arial" panose="020B0604020202020204" pitchFamily="34" charset="0"/>
              <a:buChar char="•"/>
            </a:pPr>
            <a:r>
              <a:rPr lang="en-GB"/>
              <a:t>No complex pedestrian </a:t>
            </a:r>
            <a:r>
              <a:rPr lang="en-GB" err="1"/>
              <a:t>behaviors</a:t>
            </a:r>
            <a:r>
              <a:rPr lang="en-GB"/>
              <a:t>, such as varying speed or unexpected stops.</a:t>
            </a:r>
          </a:p>
          <a:p>
            <a:pPr marL="457200" lvl="1" indent="0">
              <a:buNone/>
            </a:pPr>
            <a:endParaRPr lang="en-GB"/>
          </a:p>
          <a:p>
            <a:pPr marL="0" indent="0">
              <a:buNone/>
            </a:pPr>
            <a:r>
              <a:rPr lang="en-GB" b="1"/>
              <a:t>2. Static Obstacle Paths</a:t>
            </a:r>
          </a:p>
          <a:p>
            <a:pPr>
              <a:buFont typeface="Arial" panose="020B0604020202020204" pitchFamily="34" charset="0"/>
              <a:buChar char="•"/>
            </a:pPr>
            <a:r>
              <a:rPr lang="en-GB"/>
              <a:t>Assumes that obstacles follow pre-defined paths which is not the case in reality.</a:t>
            </a:r>
          </a:p>
          <a:p>
            <a:pPr>
              <a:buFont typeface="Arial" panose="020B0604020202020204" pitchFamily="34" charset="0"/>
              <a:buChar char="•"/>
            </a:pPr>
            <a:r>
              <a:rPr lang="en-GB"/>
              <a:t>Doesn't account for dynamic or unpredictable obstacle motion (e.g., vehicles making sudden lane changes).</a:t>
            </a:r>
          </a:p>
          <a:p>
            <a:pPr marL="0" indent="0">
              <a:buNone/>
            </a:pPr>
            <a:endParaRPr lang="en-GB"/>
          </a:p>
          <a:p>
            <a:pPr marL="0" indent="0">
              <a:buNone/>
            </a:pPr>
            <a:r>
              <a:rPr lang="en-GB" b="1"/>
              <a:t>3.Absence of Sensor Simulation</a:t>
            </a:r>
          </a:p>
          <a:p>
            <a:pPr>
              <a:buFont typeface="Arial" panose="020B0604020202020204" pitchFamily="34" charset="0"/>
              <a:buChar char="•"/>
            </a:pPr>
            <a:r>
              <a:rPr lang="en-GB"/>
              <a:t>Relies on perfect information (e.g., positions of obstacles and pedestrians).</a:t>
            </a:r>
          </a:p>
          <a:p>
            <a:pPr>
              <a:buFont typeface="Arial" panose="020B0604020202020204" pitchFamily="34" charset="0"/>
              <a:buChar char="•"/>
            </a:pPr>
            <a:r>
              <a:rPr lang="en-GB"/>
              <a:t>Doesn't simulate noisy sensor inputs, such as those from LIDAR, RADAR, or cameras, which are common in real-world scenarios.</a:t>
            </a:r>
          </a:p>
          <a:p>
            <a:pPr>
              <a:buFont typeface="Arial" panose="020B0604020202020204" pitchFamily="34" charset="0"/>
              <a:buChar char="•"/>
            </a:pPr>
            <a:endParaRPr lang="en-GB"/>
          </a:p>
          <a:p>
            <a:endParaRPr lang="en-DE"/>
          </a:p>
        </p:txBody>
      </p:sp>
      <p:sp>
        <p:nvSpPr>
          <p:cNvPr id="3" name="Slide Number Placeholder 2">
            <a:extLst>
              <a:ext uri="{FF2B5EF4-FFF2-40B4-BE49-F238E27FC236}">
                <a16:creationId xmlns:a16="http://schemas.microsoft.com/office/drawing/2014/main" id="{F00669C3-213A-EF91-3827-78EA74ED4E6B}"/>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4" name="Title 3">
            <a:extLst>
              <a:ext uri="{FF2B5EF4-FFF2-40B4-BE49-F238E27FC236}">
                <a16:creationId xmlns:a16="http://schemas.microsoft.com/office/drawing/2014/main" id="{B6D0E896-08B5-78C4-0ED5-95887820406E}"/>
              </a:ext>
            </a:extLst>
          </p:cNvPr>
          <p:cNvSpPr>
            <a:spLocks noGrp="1"/>
          </p:cNvSpPr>
          <p:nvPr>
            <p:ph type="title"/>
          </p:nvPr>
        </p:nvSpPr>
        <p:spPr>
          <a:xfrm>
            <a:off x="10106526" y="664647"/>
            <a:ext cx="866274" cy="709391"/>
          </a:xfrm>
        </p:spPr>
        <p:txBody>
          <a:bodyPr/>
          <a:lstStyle/>
          <a:p>
            <a:r>
              <a:rPr lang="en-DE"/>
              <a:t> </a:t>
            </a:r>
          </a:p>
        </p:txBody>
      </p:sp>
      <p:sp>
        <p:nvSpPr>
          <p:cNvPr id="5" name="Content Placeholder 4">
            <a:extLst>
              <a:ext uri="{FF2B5EF4-FFF2-40B4-BE49-F238E27FC236}">
                <a16:creationId xmlns:a16="http://schemas.microsoft.com/office/drawing/2014/main" id="{EBE77C16-0D19-235E-C514-171758C93E76}"/>
              </a:ext>
            </a:extLst>
          </p:cNvPr>
          <p:cNvSpPr>
            <a:spLocks noGrp="1"/>
          </p:cNvSpPr>
          <p:nvPr>
            <p:ph sz="quarter" idx="13"/>
          </p:nvPr>
        </p:nvSpPr>
        <p:spPr>
          <a:xfrm>
            <a:off x="8874492" y="472167"/>
            <a:ext cx="2098307" cy="504825"/>
          </a:xfrm>
        </p:spPr>
        <p:txBody>
          <a:bodyPr/>
          <a:lstStyle/>
          <a:p>
            <a:r>
              <a:rPr lang="en-DE"/>
              <a:t> </a:t>
            </a:r>
          </a:p>
        </p:txBody>
      </p:sp>
    </p:spTree>
    <p:extLst>
      <p:ext uri="{BB962C8B-B14F-4D97-AF65-F5344CB8AC3E}">
        <p14:creationId xmlns:p14="http://schemas.microsoft.com/office/powerpoint/2010/main" val="2510165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el 3">
            <a:extLst>
              <a:ext uri="{FF2B5EF4-FFF2-40B4-BE49-F238E27FC236}">
                <a16:creationId xmlns:a16="http://schemas.microsoft.com/office/drawing/2014/main" id="{18C047CE-47E6-36CB-D16E-92388BEB8F46}"/>
              </a:ext>
            </a:extLst>
          </p:cNvPr>
          <p:cNvSpPr>
            <a:spLocks noGrp="1"/>
          </p:cNvSpPr>
          <p:nvPr>
            <p:ph type="title"/>
          </p:nvPr>
        </p:nvSpPr>
        <p:spPr>
          <a:xfrm>
            <a:off x="992859" y="2996674"/>
            <a:ext cx="3750317" cy="564673"/>
          </a:xfrm>
        </p:spPr>
        <p:txBody>
          <a:bodyPr/>
          <a:lstStyle/>
          <a:p>
            <a:r>
              <a:rPr lang="de-DE" u="sng"/>
              <a:t>Future Enhancements:</a:t>
            </a:r>
          </a:p>
        </p:txBody>
      </p:sp>
      <p:sp>
        <p:nvSpPr>
          <p:cNvPr id="4" name="Titel 3">
            <a:extLst>
              <a:ext uri="{FF2B5EF4-FFF2-40B4-BE49-F238E27FC236}">
                <a16:creationId xmlns:a16="http://schemas.microsoft.com/office/drawing/2014/main" id="{439AC562-FD4A-37ED-DCC3-646887420BF9}"/>
              </a:ext>
            </a:extLst>
          </p:cNvPr>
          <p:cNvSpPr txBox="1">
            <a:spLocks/>
          </p:cNvSpPr>
          <p:nvPr/>
        </p:nvSpPr>
        <p:spPr>
          <a:xfrm>
            <a:off x="992860" y="817047"/>
            <a:ext cx="3750317" cy="7093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rgbClr val="00599C"/>
                </a:solidFill>
                <a:latin typeface="TSTAR" panose="020B0604020202020204" charset="0"/>
                <a:ea typeface="+mj-ea"/>
                <a:cs typeface="+mj-cs"/>
              </a:defRPr>
            </a:lvl1pPr>
          </a:lstStyle>
          <a:p>
            <a:r>
              <a:rPr lang="de-DE" u="sng"/>
              <a:t>Problems faced:</a:t>
            </a:r>
          </a:p>
        </p:txBody>
      </p:sp>
      <p:sp>
        <p:nvSpPr>
          <p:cNvPr id="2" name="TextBox 1">
            <a:extLst>
              <a:ext uri="{FF2B5EF4-FFF2-40B4-BE49-F238E27FC236}">
                <a16:creationId xmlns:a16="http://schemas.microsoft.com/office/drawing/2014/main" id="{7841464E-B1CA-3740-CA7D-A51998035581}"/>
              </a:ext>
            </a:extLst>
          </p:cNvPr>
          <p:cNvSpPr txBox="1"/>
          <p:nvPr/>
        </p:nvSpPr>
        <p:spPr>
          <a:xfrm>
            <a:off x="992859" y="1740194"/>
            <a:ext cx="5390613" cy="923330"/>
          </a:xfrm>
          <a:prstGeom prst="rect">
            <a:avLst/>
          </a:prstGeom>
          <a:noFill/>
        </p:spPr>
        <p:txBody>
          <a:bodyPr wrap="square" rtlCol="0">
            <a:spAutoFit/>
          </a:bodyPr>
          <a:lstStyle/>
          <a:p>
            <a:pPr marL="285750" indent="-285750">
              <a:buFont typeface="Arial" panose="020B0604020202020204" pitchFamily="34" charset="0"/>
              <a:buChar char="•"/>
            </a:pPr>
            <a:r>
              <a:rPr lang="en-DE"/>
              <a:t>Implementation of Cubic Spline Planner.</a:t>
            </a:r>
          </a:p>
          <a:p>
            <a:endParaRPr lang="en-DE"/>
          </a:p>
          <a:p>
            <a:pPr marL="285750" indent="-285750">
              <a:buFont typeface="Arial" panose="020B0604020202020204" pitchFamily="34" charset="0"/>
              <a:buChar char="•"/>
            </a:pPr>
            <a:r>
              <a:rPr lang="en-DE"/>
              <a:t>Dynamic speed concept for ego vehicle.</a:t>
            </a:r>
          </a:p>
        </p:txBody>
      </p:sp>
      <p:pic>
        <p:nvPicPr>
          <p:cNvPr id="3" name="Picture 2">
            <a:extLst>
              <a:ext uri="{FF2B5EF4-FFF2-40B4-BE49-F238E27FC236}">
                <a16:creationId xmlns:a16="http://schemas.microsoft.com/office/drawing/2014/main" id="{5DEA4F7E-A451-CA37-D6D5-AE0620B991CF}"/>
              </a:ext>
            </a:extLst>
          </p:cNvPr>
          <p:cNvPicPr>
            <a:picLocks noChangeAspect="1"/>
          </p:cNvPicPr>
          <p:nvPr/>
        </p:nvPicPr>
        <p:blipFill>
          <a:blip r:embed="rId2"/>
          <a:stretch>
            <a:fillRect/>
          </a:stretch>
        </p:blipFill>
        <p:spPr>
          <a:xfrm>
            <a:off x="7130638" y="613064"/>
            <a:ext cx="3225662" cy="2815936"/>
          </a:xfrm>
          <a:prstGeom prst="rect">
            <a:avLst/>
          </a:prstGeom>
        </p:spPr>
      </p:pic>
      <p:sp>
        <p:nvSpPr>
          <p:cNvPr id="5" name="TextBox 4">
            <a:extLst>
              <a:ext uri="{FF2B5EF4-FFF2-40B4-BE49-F238E27FC236}">
                <a16:creationId xmlns:a16="http://schemas.microsoft.com/office/drawing/2014/main" id="{5772C210-6C51-DA5F-A171-773ECB366D90}"/>
              </a:ext>
            </a:extLst>
          </p:cNvPr>
          <p:cNvSpPr txBox="1"/>
          <p:nvPr/>
        </p:nvSpPr>
        <p:spPr>
          <a:xfrm>
            <a:off x="1106905" y="4004109"/>
            <a:ext cx="10395283" cy="2308324"/>
          </a:xfrm>
          <a:prstGeom prst="rect">
            <a:avLst/>
          </a:prstGeom>
          <a:noFill/>
        </p:spPr>
        <p:txBody>
          <a:bodyPr wrap="square" rtlCol="0">
            <a:spAutoFit/>
          </a:bodyPr>
          <a:lstStyle/>
          <a:p>
            <a:r>
              <a:rPr lang="en-GB"/>
              <a:t>Incorporating </a:t>
            </a:r>
            <a:r>
              <a:rPr lang="en-GB" b="1"/>
              <a:t>Reinforcement Learning (RL)</a:t>
            </a:r>
            <a:r>
              <a:rPr lang="en-GB"/>
              <a:t> and other advancements could significantly improve the system's adaptability, efficiency, and robustness. </a:t>
            </a:r>
          </a:p>
          <a:p>
            <a:endParaRPr lang="en-GB"/>
          </a:p>
          <a:p>
            <a:r>
              <a:rPr lang="en-GB" b="1"/>
              <a:t>Why RL?</a:t>
            </a:r>
          </a:p>
          <a:p>
            <a:r>
              <a:rPr lang="en-GB"/>
              <a:t>Reinforcement Learning allows the ego vehicle to </a:t>
            </a:r>
            <a:r>
              <a:rPr lang="en-GB" b="1"/>
              <a:t>learn optimal policies</a:t>
            </a:r>
            <a:r>
              <a:rPr lang="en-GB"/>
              <a:t> through trial and error, improving performance in dynamic and uncertain environments. It eliminates the need for manual tuning of weights in cost functions and can adapt to complex scenarios.</a:t>
            </a:r>
          </a:p>
          <a:p>
            <a:endParaRPr lang="en-DE"/>
          </a:p>
        </p:txBody>
      </p:sp>
    </p:spTree>
    <p:extLst>
      <p:ext uri="{BB962C8B-B14F-4D97-AF65-F5344CB8AC3E}">
        <p14:creationId xmlns:p14="http://schemas.microsoft.com/office/powerpoint/2010/main" val="349515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DE059F-0901-0E03-E257-3085102DD134}"/>
              </a:ext>
            </a:extLst>
          </p:cNvPr>
          <p:cNvSpPr>
            <a:spLocks noGrp="1"/>
          </p:cNvSpPr>
          <p:nvPr>
            <p:ph idx="1"/>
          </p:nvPr>
        </p:nvSpPr>
        <p:spPr>
          <a:xfrm>
            <a:off x="838200" y="1825625"/>
            <a:ext cx="10515600" cy="2342114"/>
          </a:xfrm>
        </p:spPr>
        <p:txBody>
          <a:bodyPr/>
          <a:lstStyle/>
          <a:p>
            <a:r>
              <a:rPr lang="en-GB"/>
              <a:t>This program provides a strong foundation for autonomous vehicle navigation by integrating path planning, collision avoidance, and pedestrian interaction using </a:t>
            </a:r>
            <a:r>
              <a:rPr lang="en-GB" err="1"/>
              <a:t>Frenet</a:t>
            </a:r>
            <a:r>
              <a:rPr lang="en-GB"/>
              <a:t> coordinates and cost optimization. While effective in handling dynamic scenarios, limitations like simplified pedestrian </a:t>
            </a:r>
            <a:r>
              <a:rPr lang="en-GB" err="1"/>
              <a:t>modeling</a:t>
            </a:r>
            <a:r>
              <a:rPr lang="en-GB"/>
              <a:t> and reactive decision-making highlight areas for improvement.</a:t>
            </a:r>
          </a:p>
          <a:p>
            <a:r>
              <a:rPr lang="en-GB"/>
              <a:t>Future enhancements such as Reinforcement Learning, sensor fusion, and adaptive cost functions can make the system more robust, efficient, and applicable to real-world scenarios. With these advancements, it can evolve into a cutting-edge solution for autonomous driving challenges.</a:t>
            </a:r>
          </a:p>
          <a:p>
            <a:endParaRPr lang="en-DE"/>
          </a:p>
        </p:txBody>
      </p:sp>
      <p:sp>
        <p:nvSpPr>
          <p:cNvPr id="3" name="Slide Number Placeholder 2">
            <a:extLst>
              <a:ext uri="{FF2B5EF4-FFF2-40B4-BE49-F238E27FC236}">
                <a16:creationId xmlns:a16="http://schemas.microsoft.com/office/drawing/2014/main" id="{59E26233-C357-3F08-E5BE-F1859162052D}"/>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9E9FB2-15AD-4BAD-B5DA-63EA35E480F0}" type="slidenum">
              <a:rPr kumimoji="0" lang="de-DE" sz="1200" b="1" i="0" u="none" strike="noStrike" kern="1200" cap="none" spc="0" normalizeH="0" baseline="0" noProof="0" smtClean="0">
                <a:ln>
                  <a:noFill/>
                </a:ln>
                <a:solidFill>
                  <a:srgbClr val="00599C"/>
                </a:solidFill>
                <a:effectLst/>
                <a:uLnTx/>
                <a:uFillTx/>
                <a:latin typeface="TSTAR" panose="020B060402020202020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de-DE" sz="1200" b="1" i="0" u="none" strike="noStrike" kern="1200" cap="none" spc="0" normalizeH="0" baseline="0" noProof="0">
              <a:ln>
                <a:noFill/>
              </a:ln>
              <a:solidFill>
                <a:srgbClr val="00599C"/>
              </a:solidFill>
              <a:effectLst/>
              <a:uLnTx/>
              <a:uFillTx/>
              <a:latin typeface="TSTAR" panose="020B0604020202020204" charset="0"/>
              <a:ea typeface="+mn-ea"/>
              <a:cs typeface="+mn-cs"/>
            </a:endParaRPr>
          </a:p>
        </p:txBody>
      </p:sp>
      <p:sp>
        <p:nvSpPr>
          <p:cNvPr id="4" name="Title 3">
            <a:extLst>
              <a:ext uri="{FF2B5EF4-FFF2-40B4-BE49-F238E27FC236}">
                <a16:creationId xmlns:a16="http://schemas.microsoft.com/office/drawing/2014/main" id="{DD072EF1-3B25-1BA8-4CD6-E9A85E50EE18}"/>
              </a:ext>
            </a:extLst>
          </p:cNvPr>
          <p:cNvSpPr>
            <a:spLocks noGrp="1"/>
          </p:cNvSpPr>
          <p:nvPr>
            <p:ph type="title"/>
          </p:nvPr>
        </p:nvSpPr>
        <p:spPr/>
        <p:txBody>
          <a:bodyPr/>
          <a:lstStyle/>
          <a:p>
            <a:r>
              <a:rPr lang="en-DE"/>
              <a:t>Conclusion</a:t>
            </a:r>
          </a:p>
        </p:txBody>
      </p:sp>
      <p:sp>
        <p:nvSpPr>
          <p:cNvPr id="5" name="Content Placeholder 4">
            <a:extLst>
              <a:ext uri="{FF2B5EF4-FFF2-40B4-BE49-F238E27FC236}">
                <a16:creationId xmlns:a16="http://schemas.microsoft.com/office/drawing/2014/main" id="{C2AA3274-F284-3A7C-0337-EC774DB1DA4F}"/>
              </a:ext>
            </a:extLst>
          </p:cNvPr>
          <p:cNvSpPr>
            <a:spLocks noGrp="1"/>
          </p:cNvSpPr>
          <p:nvPr>
            <p:ph sz="quarter" idx="13"/>
          </p:nvPr>
        </p:nvSpPr>
        <p:spPr>
          <a:xfrm>
            <a:off x="8884118" y="472167"/>
            <a:ext cx="2088682" cy="504825"/>
          </a:xfrm>
        </p:spPr>
        <p:txBody>
          <a:bodyPr/>
          <a:lstStyle/>
          <a:p>
            <a:r>
              <a:rPr lang="en-DE"/>
              <a:t> </a:t>
            </a:r>
          </a:p>
        </p:txBody>
      </p:sp>
      <p:sp>
        <p:nvSpPr>
          <p:cNvPr id="8" name="TextBox 7">
            <a:extLst>
              <a:ext uri="{FF2B5EF4-FFF2-40B4-BE49-F238E27FC236}">
                <a16:creationId xmlns:a16="http://schemas.microsoft.com/office/drawing/2014/main" id="{A0E4B438-9A0B-D6D1-3B25-1784250197C4}"/>
              </a:ext>
            </a:extLst>
          </p:cNvPr>
          <p:cNvSpPr txBox="1"/>
          <p:nvPr/>
        </p:nvSpPr>
        <p:spPr>
          <a:xfrm>
            <a:off x="4947385" y="5168766"/>
            <a:ext cx="2983831" cy="523220"/>
          </a:xfrm>
          <a:prstGeom prst="rect">
            <a:avLst/>
          </a:prstGeom>
          <a:noFill/>
        </p:spPr>
        <p:txBody>
          <a:bodyPr wrap="square" rtlCol="0">
            <a:spAutoFit/>
          </a:bodyPr>
          <a:lstStyle/>
          <a:p>
            <a:r>
              <a:rPr lang="en-DE" sz="2800" b="1">
                <a:solidFill>
                  <a:srgbClr val="005A96"/>
                </a:solidFill>
              </a:rPr>
              <a:t>THANK YOU</a:t>
            </a:r>
          </a:p>
        </p:txBody>
      </p:sp>
    </p:spTree>
    <p:extLst>
      <p:ext uri="{BB962C8B-B14F-4D97-AF65-F5344CB8AC3E}">
        <p14:creationId xmlns:p14="http://schemas.microsoft.com/office/powerpoint/2010/main" val="38351791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DC2CCC8D-1625-446F-90C0-4629122B4DD4}" vid="{1BB9B128-420B-4197-BDDB-C5C68FFD6CA6}"/>
    </a:ext>
  </a:extLst>
</a:theme>
</file>

<file path=ppt/theme/theme2.xml><?xml version="1.0" encoding="utf-8"?>
<a:theme xmlns:a="http://schemas.openxmlformats.org/drawingml/2006/main" name="1_Strich link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hne Strich">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Benutzerdefiniertes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2.potx" id="{A3411A10-55D1-43C2-B04C-3C5E8E7CFDE5}" vid="{E60593B4-911D-4758-8327-43937288FFED}"/>
    </a:ext>
  </a:extLst>
</a:theme>
</file>

<file path=ppt/theme/theme5.xml><?xml version="1.0" encoding="utf-8"?>
<a:theme xmlns:a="http://schemas.openxmlformats.org/drawingml/2006/main" name="1_Bildschirm">
  <a:themeElements>
    <a:clrScheme name="THI Farbschema">
      <a:dk1>
        <a:srgbClr val="005A9B"/>
      </a:dk1>
      <a:lt1>
        <a:sysClr val="window" lastClr="FFFFFF"/>
      </a:lt1>
      <a:dk2>
        <a:srgbClr val="000000"/>
      </a:dk2>
      <a:lt2>
        <a:srgbClr val="FFFFFF"/>
      </a:lt2>
      <a:accent1>
        <a:srgbClr val="005A9B"/>
      </a:accent1>
      <a:accent2>
        <a:srgbClr val="007382"/>
      </a:accent2>
      <a:accent3>
        <a:srgbClr val="009BCD"/>
      </a:accent3>
      <a:accent4>
        <a:srgbClr val="96BE00"/>
      </a:accent4>
      <a:accent5>
        <a:srgbClr val="009664"/>
      </a:accent5>
      <a:accent6>
        <a:srgbClr val="E6320F"/>
      </a:accent6>
      <a:hlink>
        <a:srgbClr val="005A9B"/>
      </a:hlink>
      <a:folHlink>
        <a:srgbClr val="009BCD"/>
      </a:folHlink>
    </a:clrScheme>
    <a:fontScheme name="Office Klassisch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äsentation1" id="{DC2CCC8D-1625-446F-90C0-4629122B4DD4}" vid="{85D937B5-FC70-40A9-8B57-A5E32D18F27B}"/>
    </a:ext>
  </a:extLst>
</a:theme>
</file>

<file path=ppt/theme/theme6.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8bcace8-4ce7-4949-868f-170f67122379}" enabled="0" method="" siteId="{28bcace8-4ce7-4949-868f-170f67122379}" removed="1"/>
</clbl:labelList>
</file>

<file path=docProps/app.xml><?xml version="1.0" encoding="utf-8"?>
<Properties xmlns="http://schemas.openxmlformats.org/officeDocument/2006/extended-properties" xmlns:vt="http://schemas.openxmlformats.org/officeDocument/2006/docPropsVTypes">
  <TotalTime>0</TotalTime>
  <Words>948</Words>
  <Application>Microsoft Macintosh PowerPoint</Application>
  <PresentationFormat>Widescreen</PresentationFormat>
  <Paragraphs>158</Paragraphs>
  <Slides>17</Slides>
  <Notes>3</Notes>
  <HiddenSlides>0</HiddenSlides>
  <MMClips>0</MMClips>
  <ScaleCrop>false</ScaleCrop>
  <HeadingPairs>
    <vt:vector size="8" baseType="variant">
      <vt:variant>
        <vt:lpstr>Fonts Used</vt:lpstr>
      </vt:variant>
      <vt:variant>
        <vt:i4>8</vt:i4>
      </vt:variant>
      <vt:variant>
        <vt:lpstr>Theme</vt:lpstr>
      </vt:variant>
      <vt:variant>
        <vt:i4>5</vt:i4>
      </vt:variant>
      <vt:variant>
        <vt:lpstr>Embedded OLE Servers</vt:lpstr>
      </vt:variant>
      <vt:variant>
        <vt:i4>1</vt:i4>
      </vt:variant>
      <vt:variant>
        <vt:lpstr>Slide Titles</vt:lpstr>
      </vt:variant>
      <vt:variant>
        <vt:i4>17</vt:i4>
      </vt:variant>
    </vt:vector>
  </HeadingPairs>
  <TitlesOfParts>
    <vt:vector size="31" baseType="lpstr">
      <vt:lpstr>Akzidenz-Grotesk Next Regular</vt:lpstr>
      <vt:lpstr>Arial</vt:lpstr>
      <vt:lpstr>Arial,Sans-Serif</vt:lpstr>
      <vt:lpstr>Calibri</vt:lpstr>
      <vt:lpstr>Helvetica Neue</vt:lpstr>
      <vt:lpstr>Times New Roman</vt:lpstr>
      <vt:lpstr>TSTAR</vt:lpstr>
      <vt:lpstr>Wingdings</vt:lpstr>
      <vt:lpstr>1_Office</vt:lpstr>
      <vt:lpstr>1_Strich links</vt:lpstr>
      <vt:lpstr>2_ohne Strich</vt:lpstr>
      <vt:lpstr>3_Benutzerdefiniertes Design</vt:lpstr>
      <vt:lpstr>1_Bildschirm</vt:lpstr>
      <vt:lpstr>think-cell Folie</vt:lpstr>
      <vt:lpstr>PowerPoint Presentation</vt:lpstr>
      <vt:lpstr>Objective:</vt:lpstr>
      <vt:lpstr>Method Used:</vt:lpstr>
      <vt:lpstr>How it Works in Trajectory Planning:</vt:lpstr>
      <vt:lpstr>Modules:</vt:lpstr>
      <vt:lpstr>Cubic Spline planner</vt:lpstr>
      <vt:lpstr>Ego vehicle:</vt:lpstr>
      <vt:lpstr> </vt:lpstr>
      <vt:lpstr> </vt:lpstr>
      <vt:lpstr> </vt:lpstr>
      <vt:lpstr>PowerPoint Presentation</vt:lpstr>
      <vt:lpstr>Obstacles:</vt:lpstr>
      <vt:lpstr>PowerPoint Presentation</vt:lpstr>
      <vt:lpstr>PowerPoint Presentation</vt:lpstr>
      <vt:lpstr> </vt:lpstr>
      <vt:lpstr>Future Enhancements:</vt:lpstr>
      <vt:lpstr>Conclusion</vt:lpstr>
    </vt:vector>
  </TitlesOfParts>
  <Company>Technische Hochschule Ingolstadt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Michl, Ann Katrin</dc:creator>
  <cp:lastModifiedBy>Venkatakrishnan, Prem (Stud. E - AI)</cp:lastModifiedBy>
  <cp:revision>1</cp:revision>
  <dcterms:created xsi:type="dcterms:W3CDTF">2024-01-11T16:28:37Z</dcterms:created>
  <dcterms:modified xsi:type="dcterms:W3CDTF">2026-10-11T15:15:48Z</dcterms:modified>
</cp:coreProperties>
</file>